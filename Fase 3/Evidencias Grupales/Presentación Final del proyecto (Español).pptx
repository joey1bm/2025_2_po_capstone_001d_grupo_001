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 Italics" charset="1" panose="020F07020304040A0204"/>
      <p:regular r:id="rId24"/>
    </p:embeddedFont>
    <p:embeddedFont>
      <p:font typeface="Calibri (MS)" charset="1" panose="020F0502020204030204"/>
      <p:regular r:id="rId25"/>
    </p:embeddedFont>
    <p:embeddedFont>
      <p:font typeface="Calibri (MS) Bold" charset="1" panose="020F0702030404030204"/>
      <p:regular r:id="rId26"/>
    </p:embeddedFont>
    <p:embeddedFont>
      <p:font typeface="Arial Bold" charset="1" panose="020B0704020202020204"/>
      <p:regular r:id="rId27"/>
    </p:embeddedFont>
    <p:embeddedFont>
      <p:font typeface="Open Sans" charset="1" panose="020B0606030504020204"/>
      <p:regular r:id="rId28"/>
    </p:embeddedFont>
    <p:embeddedFont>
      <p:font typeface="Lato Bold" charset="1" panose="020F0502020204030203"/>
      <p:regular r:id="rId29"/>
    </p:embeddedFont>
    <p:embeddedFont>
      <p:font typeface="Arial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56.jpeg" Type="http://schemas.openxmlformats.org/officeDocument/2006/relationships/image"/><Relationship Id="rId6" Target="../media/VAG6OMFvVaI.mp4" Type="http://schemas.openxmlformats.org/officeDocument/2006/relationships/video"/><Relationship Id="rId7" Target="../media/VAG6OMFvVaI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58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235" y="-717769"/>
            <a:ext cx="18308271" cy="11003867"/>
            <a:chOff x="0" y="0"/>
            <a:chExt cx="24411027" cy="14671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1051" cy="14671802"/>
            </a:xfrm>
            <a:custGeom>
              <a:avLst/>
              <a:gdLst/>
              <a:ahLst/>
              <a:cxnLst/>
              <a:rect r="r" b="b" t="t" l="l"/>
              <a:pathLst>
                <a:path h="14671802" w="24411051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333172"/>
            <a:chOff x="0" y="0"/>
            <a:chExt cx="24272914" cy="13714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72956" cy="13714857"/>
            </a:xfrm>
            <a:custGeom>
              <a:avLst/>
              <a:gdLst/>
              <a:ahLst/>
              <a:cxnLst/>
              <a:rect r="r" b="b" t="t" l="l"/>
              <a:pathLst>
                <a:path h="13714857" w="24272956">
                  <a:moveTo>
                    <a:pt x="0" y="0"/>
                  </a:moveTo>
                  <a:lnTo>
                    <a:pt x="24272956" y="0"/>
                  </a:lnTo>
                  <a:lnTo>
                    <a:pt x="24272956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47" t="-98511" r="-2418" b="-5847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347617" y="9590639"/>
            <a:ext cx="3542567" cy="305522"/>
          </a:xfrm>
          <a:custGeom>
            <a:avLst/>
            <a:gdLst/>
            <a:ahLst/>
            <a:cxnLst/>
            <a:rect r="r" b="b" t="t" l="l"/>
            <a:pathLst>
              <a:path h="305522" w="3542567">
                <a:moveTo>
                  <a:pt x="0" y="0"/>
                </a:moveTo>
                <a:lnTo>
                  <a:pt x="3542567" y="0"/>
                </a:lnTo>
                <a:lnTo>
                  <a:pt x="3542567" y="305522"/>
                </a:lnTo>
                <a:lnTo>
                  <a:pt x="0" y="305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80484" y="7967790"/>
            <a:ext cx="9727033" cy="48514"/>
            <a:chOff x="0" y="0"/>
            <a:chExt cx="12969377" cy="64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"/>
              <a:ext cx="12968986" cy="64770"/>
            </a:xfrm>
            <a:custGeom>
              <a:avLst/>
              <a:gdLst/>
              <a:ahLst/>
              <a:cxnLst/>
              <a:rect r="r" b="b" t="t" l="l"/>
              <a:pathLst>
                <a:path h="64770" w="12968986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432887" y="6347562"/>
            <a:ext cx="9422226" cy="1533761"/>
            <a:chOff x="0" y="0"/>
            <a:chExt cx="12969377" cy="21111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68859" cy="2110771"/>
            </a:xfrm>
            <a:custGeom>
              <a:avLst/>
              <a:gdLst/>
              <a:ahLst/>
              <a:cxnLst/>
              <a:rect r="r" b="b" t="t" l="l"/>
              <a:pathLst>
                <a:path h="2110771" w="12968859">
                  <a:moveTo>
                    <a:pt x="12968859" y="0"/>
                  </a:moveTo>
                  <a:lnTo>
                    <a:pt x="0" y="0"/>
                  </a:lnTo>
                  <a:lnTo>
                    <a:pt x="0" y="2110771"/>
                  </a:lnTo>
                  <a:lnTo>
                    <a:pt x="12968859" y="211077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58657" y="8102029"/>
            <a:ext cx="5370687" cy="1328438"/>
            <a:chOff x="0" y="0"/>
            <a:chExt cx="7160915" cy="177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0895" cy="1771269"/>
            </a:xfrm>
            <a:custGeom>
              <a:avLst/>
              <a:gdLst/>
              <a:ahLst/>
              <a:cxnLst/>
              <a:rect r="r" b="b" t="t" l="l"/>
              <a:pathLst>
                <a:path h="1771269" w="7160895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43462" y="6328748"/>
            <a:ext cx="8601075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4"/>
              </a:lnSpc>
            </a:pPr>
            <a:r>
              <a:rPr lang="en-US" b="true" sz="482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Plataf</a:t>
            </a:r>
            <a:r>
              <a:rPr lang="en-US" b="true" sz="482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orma de Gestión de Ingreso </a:t>
            </a:r>
          </a:p>
          <a:p>
            <a:pPr algn="ctr">
              <a:lnSpc>
                <a:spcPts val="5784"/>
              </a:lnSpc>
            </a:pPr>
            <a:r>
              <a:rPr lang="en-US" b="true" sz="482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de Camiones PepsiCo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25" y="9499570"/>
            <a:ext cx="6405269" cy="66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Docente</a:t>
            </a:r>
          </a:p>
          <a:p>
            <a:pPr algn="l">
              <a:lnSpc>
                <a:spcPts val="2761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FABIAN ALEJANDRO ALVAREZ MONTENEGRO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75779" y="9305250"/>
            <a:ext cx="56895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Fecha: 01/12/2025	</a:t>
            </a: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Escuela de Informática y Telecomunicaciones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3410" y="65337"/>
            <a:ext cx="4244964" cy="1195521"/>
            <a:chOff x="0" y="0"/>
            <a:chExt cx="5659953" cy="15940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0009" cy="1593977"/>
            </a:xfrm>
            <a:custGeom>
              <a:avLst/>
              <a:gdLst/>
              <a:ahLst/>
              <a:cxnLst/>
              <a:rect r="r" b="b" t="t" l="l"/>
              <a:pathLst>
                <a:path h="1593977" w="5660009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8590" r="-10912" b="-14524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9572" y="7711596"/>
            <a:ext cx="700910" cy="58433"/>
            <a:chOff x="0" y="0"/>
            <a:chExt cx="934547" cy="77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831" cy="77597"/>
            </a:xfrm>
            <a:custGeom>
              <a:avLst/>
              <a:gdLst/>
              <a:ahLst/>
              <a:cxnLst/>
              <a:rect r="r" b="b" t="t" l="l"/>
              <a:pathLst>
                <a:path h="77597" w="933831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6192" y="7740812"/>
            <a:ext cx="700910" cy="58433"/>
            <a:chOff x="0" y="0"/>
            <a:chExt cx="934547" cy="77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831" cy="77597"/>
            </a:xfrm>
            <a:custGeom>
              <a:avLst/>
              <a:gdLst/>
              <a:ahLst/>
              <a:cxnLst/>
              <a:rect r="r" b="b" t="t" l="l"/>
              <a:pathLst>
                <a:path h="77597" w="933831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759689" y="2406261"/>
            <a:ext cx="3380688" cy="4418411"/>
            <a:chOff x="0" y="0"/>
            <a:chExt cx="6350000" cy="82991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1270" cy="8299172"/>
            </a:xfrm>
            <a:custGeom>
              <a:avLst/>
              <a:gdLst/>
              <a:ahLst/>
              <a:cxnLst/>
              <a:rect r="r" b="b" t="t" l="l"/>
              <a:pathLst>
                <a:path h="8299172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212459"/>
                    <a:pt x="0" y="476372"/>
                  </a:cubicBezTo>
                  <a:lnTo>
                    <a:pt x="0" y="7824460"/>
                  </a:lnTo>
                  <a:cubicBezTo>
                    <a:pt x="0" y="8086713"/>
                    <a:pt x="162560" y="8299172"/>
                    <a:pt x="364490" y="8299172"/>
                  </a:cubicBezTo>
                  <a:lnTo>
                    <a:pt x="5986780" y="8299172"/>
                  </a:lnTo>
                  <a:cubicBezTo>
                    <a:pt x="6187440" y="8299172"/>
                    <a:pt x="6351270" y="8086713"/>
                    <a:pt x="6351270" y="7822799"/>
                  </a:cubicBezTo>
                  <a:lnTo>
                    <a:pt x="6351270" y="476372"/>
                  </a:lnTo>
                  <a:cubicBezTo>
                    <a:pt x="6350000" y="212459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486" r="0" b="-4788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46303" y="2406261"/>
            <a:ext cx="3380688" cy="4418411"/>
            <a:chOff x="0" y="0"/>
            <a:chExt cx="6350000" cy="82991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1270" cy="8299172"/>
            </a:xfrm>
            <a:custGeom>
              <a:avLst/>
              <a:gdLst/>
              <a:ahLst/>
              <a:cxnLst/>
              <a:rect r="r" b="b" t="t" l="l"/>
              <a:pathLst>
                <a:path h="8299172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212459"/>
                    <a:pt x="0" y="476372"/>
                  </a:cubicBezTo>
                  <a:lnTo>
                    <a:pt x="0" y="7824460"/>
                  </a:lnTo>
                  <a:cubicBezTo>
                    <a:pt x="0" y="8086713"/>
                    <a:pt x="162560" y="8299172"/>
                    <a:pt x="364490" y="8299172"/>
                  </a:cubicBezTo>
                  <a:lnTo>
                    <a:pt x="5986780" y="8299172"/>
                  </a:lnTo>
                  <a:cubicBezTo>
                    <a:pt x="6187440" y="8299172"/>
                    <a:pt x="6351270" y="8086713"/>
                    <a:pt x="6351270" y="7822799"/>
                  </a:cubicBezTo>
                  <a:lnTo>
                    <a:pt x="6351270" y="476372"/>
                  </a:lnTo>
                  <a:cubicBezTo>
                    <a:pt x="6350000" y="212459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8108" r="0" b="-1810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0" y="696891"/>
            <a:ext cx="4499403" cy="107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 del 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96939" y="7189620"/>
            <a:ext cx="2506187" cy="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68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Javiera Gómez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6020" y="7189620"/>
            <a:ext cx="2841254" cy="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68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José Becerra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74898" y="4166449"/>
            <a:ext cx="3773418" cy="1715449"/>
            <a:chOff x="0" y="0"/>
            <a:chExt cx="4333931" cy="19702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001" y="8001"/>
              <a:ext cx="4318000" cy="1954403"/>
            </a:xfrm>
            <a:custGeom>
              <a:avLst/>
              <a:gdLst/>
              <a:ahLst/>
              <a:cxnLst/>
              <a:rect r="r" b="b" t="t" l="l"/>
              <a:pathLst>
                <a:path h="1954403" w="4318000">
                  <a:moveTo>
                    <a:pt x="0" y="325628"/>
                  </a:moveTo>
                  <a:cubicBezTo>
                    <a:pt x="0" y="145796"/>
                    <a:pt x="146431" y="0"/>
                    <a:pt x="327152" y="0"/>
                  </a:cubicBezTo>
                  <a:lnTo>
                    <a:pt x="3990848" y="0"/>
                  </a:lnTo>
                  <a:cubicBezTo>
                    <a:pt x="4171569" y="0"/>
                    <a:pt x="4318000" y="145796"/>
                    <a:pt x="4318000" y="325755"/>
                  </a:cubicBezTo>
                  <a:lnTo>
                    <a:pt x="4318000" y="1628648"/>
                  </a:lnTo>
                  <a:cubicBezTo>
                    <a:pt x="4318000" y="1808607"/>
                    <a:pt x="4171569" y="1954403"/>
                    <a:pt x="3990848" y="1954403"/>
                  </a:cubicBezTo>
                  <a:lnTo>
                    <a:pt x="327152" y="1954403"/>
                  </a:lnTo>
                  <a:cubicBezTo>
                    <a:pt x="146431" y="1954276"/>
                    <a:pt x="0" y="1808480"/>
                    <a:pt x="0" y="1628648"/>
                  </a:cubicBezTo>
                  <a:close/>
                </a:path>
              </a:pathLst>
            </a:custGeom>
            <a:solidFill>
              <a:srgbClr val="062A4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34002" cy="1970278"/>
            </a:xfrm>
            <a:custGeom>
              <a:avLst/>
              <a:gdLst/>
              <a:ahLst/>
              <a:cxnLst/>
              <a:rect r="r" b="b" t="t" l="l"/>
              <a:pathLst>
                <a:path h="1970278" w="4334002">
                  <a:moveTo>
                    <a:pt x="0" y="333629"/>
                  </a:moveTo>
                  <a:cubicBezTo>
                    <a:pt x="0" y="149352"/>
                    <a:pt x="150114" y="0"/>
                    <a:pt x="335153" y="0"/>
                  </a:cubicBezTo>
                  <a:lnTo>
                    <a:pt x="3998849" y="0"/>
                  </a:lnTo>
                  <a:lnTo>
                    <a:pt x="3998849" y="8001"/>
                  </a:lnTo>
                  <a:lnTo>
                    <a:pt x="3998849" y="0"/>
                  </a:lnTo>
                  <a:cubicBezTo>
                    <a:pt x="4183888" y="0"/>
                    <a:pt x="4334002" y="149352"/>
                    <a:pt x="4334002" y="333629"/>
                  </a:cubicBezTo>
                  <a:lnTo>
                    <a:pt x="4326001" y="333629"/>
                  </a:lnTo>
                  <a:lnTo>
                    <a:pt x="4334002" y="333629"/>
                  </a:lnTo>
                  <a:lnTo>
                    <a:pt x="4334002" y="1636649"/>
                  </a:lnTo>
                  <a:lnTo>
                    <a:pt x="4326001" y="1636649"/>
                  </a:lnTo>
                  <a:lnTo>
                    <a:pt x="4334002" y="1636649"/>
                  </a:lnTo>
                  <a:cubicBezTo>
                    <a:pt x="4334002" y="1820926"/>
                    <a:pt x="4183888" y="1970278"/>
                    <a:pt x="3998849" y="1970278"/>
                  </a:cubicBezTo>
                  <a:lnTo>
                    <a:pt x="3998849" y="1962277"/>
                  </a:lnTo>
                  <a:lnTo>
                    <a:pt x="3998849" y="1970278"/>
                  </a:lnTo>
                  <a:lnTo>
                    <a:pt x="335153" y="1970278"/>
                  </a:lnTo>
                  <a:lnTo>
                    <a:pt x="335153" y="1962277"/>
                  </a:lnTo>
                  <a:lnTo>
                    <a:pt x="335153" y="1970278"/>
                  </a:lnTo>
                  <a:cubicBezTo>
                    <a:pt x="150114" y="1970278"/>
                    <a:pt x="0" y="1820926"/>
                    <a:pt x="0" y="1636649"/>
                  </a:cubicBezTo>
                  <a:lnTo>
                    <a:pt x="0" y="333629"/>
                  </a:lnTo>
                  <a:lnTo>
                    <a:pt x="8001" y="333629"/>
                  </a:lnTo>
                  <a:lnTo>
                    <a:pt x="0" y="333629"/>
                  </a:lnTo>
                  <a:moveTo>
                    <a:pt x="15875" y="333629"/>
                  </a:moveTo>
                  <a:lnTo>
                    <a:pt x="15875" y="1636649"/>
                  </a:lnTo>
                  <a:lnTo>
                    <a:pt x="8001" y="1636649"/>
                  </a:lnTo>
                  <a:lnTo>
                    <a:pt x="16002" y="1636649"/>
                  </a:lnTo>
                  <a:cubicBezTo>
                    <a:pt x="16002" y="1812163"/>
                    <a:pt x="158877" y="1954403"/>
                    <a:pt x="335280" y="1954403"/>
                  </a:cubicBezTo>
                  <a:lnTo>
                    <a:pt x="3998849" y="1954403"/>
                  </a:lnTo>
                  <a:cubicBezTo>
                    <a:pt x="4175252" y="1954403"/>
                    <a:pt x="4318127" y="1812036"/>
                    <a:pt x="4318127" y="1636649"/>
                  </a:cubicBezTo>
                  <a:lnTo>
                    <a:pt x="4318127" y="333629"/>
                  </a:lnTo>
                  <a:cubicBezTo>
                    <a:pt x="4318127" y="158115"/>
                    <a:pt x="4175252" y="15875"/>
                    <a:pt x="3998849" y="15875"/>
                  </a:cubicBezTo>
                  <a:lnTo>
                    <a:pt x="335153" y="15875"/>
                  </a:lnTo>
                  <a:lnTo>
                    <a:pt x="335153" y="8001"/>
                  </a:lnTo>
                  <a:lnTo>
                    <a:pt x="335153" y="16002"/>
                  </a:lnTo>
                  <a:cubicBezTo>
                    <a:pt x="158750" y="15875"/>
                    <a:pt x="15875" y="158242"/>
                    <a:pt x="15875" y="333629"/>
                  </a:cubicBezTo>
                  <a:close/>
                </a:path>
              </a:pathLst>
            </a:custGeom>
            <a:solidFill>
              <a:srgbClr val="1F497D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333931" cy="2036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3"/>
                </a:lnSpc>
              </a:pP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Necesidad de d</a:t>
              </a: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igitalización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57291" y="4166449"/>
            <a:ext cx="3773418" cy="1715449"/>
            <a:chOff x="0" y="0"/>
            <a:chExt cx="4333931" cy="19702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" y="8001"/>
              <a:ext cx="4318000" cy="1954403"/>
            </a:xfrm>
            <a:custGeom>
              <a:avLst/>
              <a:gdLst/>
              <a:ahLst/>
              <a:cxnLst/>
              <a:rect r="r" b="b" t="t" l="l"/>
              <a:pathLst>
                <a:path h="1954403" w="4318000">
                  <a:moveTo>
                    <a:pt x="0" y="325628"/>
                  </a:moveTo>
                  <a:cubicBezTo>
                    <a:pt x="0" y="145796"/>
                    <a:pt x="146431" y="0"/>
                    <a:pt x="327152" y="0"/>
                  </a:cubicBezTo>
                  <a:lnTo>
                    <a:pt x="3990848" y="0"/>
                  </a:lnTo>
                  <a:cubicBezTo>
                    <a:pt x="4171569" y="0"/>
                    <a:pt x="4318000" y="145796"/>
                    <a:pt x="4318000" y="325755"/>
                  </a:cubicBezTo>
                  <a:lnTo>
                    <a:pt x="4318000" y="1628648"/>
                  </a:lnTo>
                  <a:cubicBezTo>
                    <a:pt x="4318000" y="1808607"/>
                    <a:pt x="4171569" y="1954403"/>
                    <a:pt x="3990848" y="1954403"/>
                  </a:cubicBezTo>
                  <a:lnTo>
                    <a:pt x="327152" y="1954403"/>
                  </a:lnTo>
                  <a:cubicBezTo>
                    <a:pt x="146431" y="1954276"/>
                    <a:pt x="0" y="1808480"/>
                    <a:pt x="0" y="1628648"/>
                  </a:cubicBezTo>
                  <a:close/>
                </a:path>
              </a:pathLst>
            </a:custGeom>
            <a:solidFill>
              <a:srgbClr val="062A4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4002" cy="1970278"/>
            </a:xfrm>
            <a:custGeom>
              <a:avLst/>
              <a:gdLst/>
              <a:ahLst/>
              <a:cxnLst/>
              <a:rect r="r" b="b" t="t" l="l"/>
              <a:pathLst>
                <a:path h="1970278" w="4334002">
                  <a:moveTo>
                    <a:pt x="0" y="333629"/>
                  </a:moveTo>
                  <a:cubicBezTo>
                    <a:pt x="0" y="149352"/>
                    <a:pt x="150114" y="0"/>
                    <a:pt x="335153" y="0"/>
                  </a:cubicBezTo>
                  <a:lnTo>
                    <a:pt x="3998849" y="0"/>
                  </a:lnTo>
                  <a:lnTo>
                    <a:pt x="3998849" y="8001"/>
                  </a:lnTo>
                  <a:lnTo>
                    <a:pt x="3998849" y="0"/>
                  </a:lnTo>
                  <a:cubicBezTo>
                    <a:pt x="4183888" y="0"/>
                    <a:pt x="4334002" y="149352"/>
                    <a:pt x="4334002" y="333629"/>
                  </a:cubicBezTo>
                  <a:lnTo>
                    <a:pt x="4326001" y="333629"/>
                  </a:lnTo>
                  <a:lnTo>
                    <a:pt x="4334002" y="333629"/>
                  </a:lnTo>
                  <a:lnTo>
                    <a:pt x="4334002" y="1636649"/>
                  </a:lnTo>
                  <a:lnTo>
                    <a:pt x="4326001" y="1636649"/>
                  </a:lnTo>
                  <a:lnTo>
                    <a:pt x="4334002" y="1636649"/>
                  </a:lnTo>
                  <a:cubicBezTo>
                    <a:pt x="4334002" y="1820926"/>
                    <a:pt x="4183888" y="1970278"/>
                    <a:pt x="3998849" y="1970278"/>
                  </a:cubicBezTo>
                  <a:lnTo>
                    <a:pt x="3998849" y="1962277"/>
                  </a:lnTo>
                  <a:lnTo>
                    <a:pt x="3998849" y="1970278"/>
                  </a:lnTo>
                  <a:lnTo>
                    <a:pt x="335153" y="1970278"/>
                  </a:lnTo>
                  <a:lnTo>
                    <a:pt x="335153" y="1962277"/>
                  </a:lnTo>
                  <a:lnTo>
                    <a:pt x="335153" y="1970278"/>
                  </a:lnTo>
                  <a:cubicBezTo>
                    <a:pt x="150114" y="1970278"/>
                    <a:pt x="0" y="1820926"/>
                    <a:pt x="0" y="1636649"/>
                  </a:cubicBezTo>
                  <a:lnTo>
                    <a:pt x="0" y="333629"/>
                  </a:lnTo>
                  <a:lnTo>
                    <a:pt x="8001" y="333629"/>
                  </a:lnTo>
                  <a:lnTo>
                    <a:pt x="0" y="333629"/>
                  </a:lnTo>
                  <a:moveTo>
                    <a:pt x="15875" y="333629"/>
                  </a:moveTo>
                  <a:lnTo>
                    <a:pt x="15875" y="1636649"/>
                  </a:lnTo>
                  <a:lnTo>
                    <a:pt x="8001" y="1636649"/>
                  </a:lnTo>
                  <a:lnTo>
                    <a:pt x="16002" y="1636649"/>
                  </a:lnTo>
                  <a:cubicBezTo>
                    <a:pt x="16002" y="1812163"/>
                    <a:pt x="158877" y="1954403"/>
                    <a:pt x="335280" y="1954403"/>
                  </a:cubicBezTo>
                  <a:lnTo>
                    <a:pt x="3998849" y="1954403"/>
                  </a:lnTo>
                  <a:cubicBezTo>
                    <a:pt x="4175252" y="1954403"/>
                    <a:pt x="4318127" y="1812036"/>
                    <a:pt x="4318127" y="1636649"/>
                  </a:cubicBezTo>
                  <a:lnTo>
                    <a:pt x="4318127" y="333629"/>
                  </a:lnTo>
                  <a:cubicBezTo>
                    <a:pt x="4318127" y="158115"/>
                    <a:pt x="4175252" y="15875"/>
                    <a:pt x="3998849" y="15875"/>
                  </a:cubicBezTo>
                  <a:lnTo>
                    <a:pt x="335153" y="15875"/>
                  </a:lnTo>
                  <a:lnTo>
                    <a:pt x="335153" y="8001"/>
                  </a:lnTo>
                  <a:lnTo>
                    <a:pt x="335153" y="16002"/>
                  </a:lnTo>
                  <a:cubicBezTo>
                    <a:pt x="158750" y="15875"/>
                    <a:pt x="15875" y="158242"/>
                    <a:pt x="15875" y="333629"/>
                  </a:cubicBezTo>
                  <a:close/>
                </a:path>
              </a:pathLst>
            </a:custGeom>
            <a:solidFill>
              <a:srgbClr val="1F497D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333931" cy="2036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3"/>
                </a:lnSpc>
              </a:pP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</a:t>
              </a: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ización del flujo de trabajo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40409" y="4166449"/>
            <a:ext cx="3773418" cy="1715449"/>
            <a:chOff x="0" y="0"/>
            <a:chExt cx="4333931" cy="19702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001" y="8001"/>
              <a:ext cx="4318000" cy="1954403"/>
            </a:xfrm>
            <a:custGeom>
              <a:avLst/>
              <a:gdLst/>
              <a:ahLst/>
              <a:cxnLst/>
              <a:rect r="r" b="b" t="t" l="l"/>
              <a:pathLst>
                <a:path h="1954403" w="4318000">
                  <a:moveTo>
                    <a:pt x="0" y="325628"/>
                  </a:moveTo>
                  <a:cubicBezTo>
                    <a:pt x="0" y="145796"/>
                    <a:pt x="146431" y="0"/>
                    <a:pt x="327152" y="0"/>
                  </a:cubicBezTo>
                  <a:lnTo>
                    <a:pt x="3990848" y="0"/>
                  </a:lnTo>
                  <a:cubicBezTo>
                    <a:pt x="4171569" y="0"/>
                    <a:pt x="4318000" y="145796"/>
                    <a:pt x="4318000" y="325755"/>
                  </a:cubicBezTo>
                  <a:lnTo>
                    <a:pt x="4318000" y="1628648"/>
                  </a:lnTo>
                  <a:cubicBezTo>
                    <a:pt x="4318000" y="1808607"/>
                    <a:pt x="4171569" y="1954403"/>
                    <a:pt x="3990848" y="1954403"/>
                  </a:cubicBezTo>
                  <a:lnTo>
                    <a:pt x="327152" y="1954403"/>
                  </a:lnTo>
                  <a:cubicBezTo>
                    <a:pt x="146431" y="1954276"/>
                    <a:pt x="0" y="1808480"/>
                    <a:pt x="0" y="1628648"/>
                  </a:cubicBezTo>
                  <a:close/>
                </a:path>
              </a:pathLst>
            </a:custGeom>
            <a:solidFill>
              <a:srgbClr val="062A4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34002" cy="1970278"/>
            </a:xfrm>
            <a:custGeom>
              <a:avLst/>
              <a:gdLst/>
              <a:ahLst/>
              <a:cxnLst/>
              <a:rect r="r" b="b" t="t" l="l"/>
              <a:pathLst>
                <a:path h="1970278" w="4334002">
                  <a:moveTo>
                    <a:pt x="0" y="333629"/>
                  </a:moveTo>
                  <a:cubicBezTo>
                    <a:pt x="0" y="149352"/>
                    <a:pt x="150114" y="0"/>
                    <a:pt x="335153" y="0"/>
                  </a:cubicBezTo>
                  <a:lnTo>
                    <a:pt x="3998849" y="0"/>
                  </a:lnTo>
                  <a:lnTo>
                    <a:pt x="3998849" y="8001"/>
                  </a:lnTo>
                  <a:lnTo>
                    <a:pt x="3998849" y="0"/>
                  </a:lnTo>
                  <a:cubicBezTo>
                    <a:pt x="4183888" y="0"/>
                    <a:pt x="4334002" y="149352"/>
                    <a:pt x="4334002" y="333629"/>
                  </a:cubicBezTo>
                  <a:lnTo>
                    <a:pt x="4326001" y="333629"/>
                  </a:lnTo>
                  <a:lnTo>
                    <a:pt x="4334002" y="333629"/>
                  </a:lnTo>
                  <a:lnTo>
                    <a:pt x="4334002" y="1636649"/>
                  </a:lnTo>
                  <a:lnTo>
                    <a:pt x="4326001" y="1636649"/>
                  </a:lnTo>
                  <a:lnTo>
                    <a:pt x="4334002" y="1636649"/>
                  </a:lnTo>
                  <a:cubicBezTo>
                    <a:pt x="4334002" y="1820926"/>
                    <a:pt x="4183888" y="1970278"/>
                    <a:pt x="3998849" y="1970278"/>
                  </a:cubicBezTo>
                  <a:lnTo>
                    <a:pt x="3998849" y="1962277"/>
                  </a:lnTo>
                  <a:lnTo>
                    <a:pt x="3998849" y="1970278"/>
                  </a:lnTo>
                  <a:lnTo>
                    <a:pt x="335153" y="1970278"/>
                  </a:lnTo>
                  <a:lnTo>
                    <a:pt x="335153" y="1962277"/>
                  </a:lnTo>
                  <a:lnTo>
                    <a:pt x="335153" y="1970278"/>
                  </a:lnTo>
                  <a:cubicBezTo>
                    <a:pt x="150114" y="1970278"/>
                    <a:pt x="0" y="1820926"/>
                    <a:pt x="0" y="1636649"/>
                  </a:cubicBezTo>
                  <a:lnTo>
                    <a:pt x="0" y="333629"/>
                  </a:lnTo>
                  <a:lnTo>
                    <a:pt x="8001" y="333629"/>
                  </a:lnTo>
                  <a:lnTo>
                    <a:pt x="0" y="333629"/>
                  </a:lnTo>
                  <a:moveTo>
                    <a:pt x="15875" y="333629"/>
                  </a:moveTo>
                  <a:lnTo>
                    <a:pt x="15875" y="1636649"/>
                  </a:lnTo>
                  <a:lnTo>
                    <a:pt x="8001" y="1636649"/>
                  </a:lnTo>
                  <a:lnTo>
                    <a:pt x="16002" y="1636649"/>
                  </a:lnTo>
                  <a:cubicBezTo>
                    <a:pt x="16002" y="1812163"/>
                    <a:pt x="158877" y="1954403"/>
                    <a:pt x="335280" y="1954403"/>
                  </a:cubicBezTo>
                  <a:lnTo>
                    <a:pt x="3998849" y="1954403"/>
                  </a:lnTo>
                  <a:cubicBezTo>
                    <a:pt x="4175252" y="1954403"/>
                    <a:pt x="4318127" y="1812036"/>
                    <a:pt x="4318127" y="1636649"/>
                  </a:cubicBezTo>
                  <a:lnTo>
                    <a:pt x="4318127" y="333629"/>
                  </a:lnTo>
                  <a:cubicBezTo>
                    <a:pt x="4318127" y="158115"/>
                    <a:pt x="4175252" y="15875"/>
                    <a:pt x="3998849" y="15875"/>
                  </a:cubicBezTo>
                  <a:lnTo>
                    <a:pt x="335153" y="15875"/>
                  </a:lnTo>
                  <a:lnTo>
                    <a:pt x="335153" y="8001"/>
                  </a:lnTo>
                  <a:lnTo>
                    <a:pt x="335153" y="16002"/>
                  </a:lnTo>
                  <a:cubicBezTo>
                    <a:pt x="158750" y="15875"/>
                    <a:pt x="15875" y="158242"/>
                    <a:pt x="15875" y="333629"/>
                  </a:cubicBezTo>
                  <a:close/>
                </a:path>
              </a:pathLst>
            </a:custGeom>
            <a:solidFill>
              <a:srgbClr val="1F497D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333931" cy="2036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3"/>
                </a:lnSpc>
              </a:pP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y t</a:t>
              </a:r>
              <a:r>
                <a:rPr lang="en-US" sz="3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razabilidad operativa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120508" y="6318581"/>
            <a:ext cx="1682198" cy="1682198"/>
          </a:xfrm>
          <a:custGeom>
            <a:avLst/>
            <a:gdLst/>
            <a:ahLst/>
            <a:cxnLst/>
            <a:rect r="r" b="b" t="t" l="l"/>
            <a:pathLst>
              <a:path h="1682198" w="1682198">
                <a:moveTo>
                  <a:pt x="0" y="0"/>
                </a:moveTo>
                <a:lnTo>
                  <a:pt x="1682198" y="0"/>
                </a:lnTo>
                <a:lnTo>
                  <a:pt x="1682198" y="1682198"/>
                </a:lnTo>
                <a:lnTo>
                  <a:pt x="0" y="1682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31736" y="6318581"/>
            <a:ext cx="2024527" cy="1682198"/>
          </a:xfrm>
          <a:custGeom>
            <a:avLst/>
            <a:gdLst/>
            <a:ahLst/>
            <a:cxnLst/>
            <a:rect r="r" b="b" t="t" l="l"/>
            <a:pathLst>
              <a:path h="1682198" w="2024527">
                <a:moveTo>
                  <a:pt x="0" y="0"/>
                </a:moveTo>
                <a:lnTo>
                  <a:pt x="2024528" y="0"/>
                </a:lnTo>
                <a:lnTo>
                  <a:pt x="2024528" y="1682198"/>
                </a:lnTo>
                <a:lnTo>
                  <a:pt x="0" y="1682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497257" y="6218599"/>
            <a:ext cx="1659723" cy="1882160"/>
          </a:xfrm>
          <a:custGeom>
            <a:avLst/>
            <a:gdLst/>
            <a:ahLst/>
            <a:cxnLst/>
            <a:rect r="r" b="b" t="t" l="l"/>
            <a:pathLst>
              <a:path h="1882160" w="1659723">
                <a:moveTo>
                  <a:pt x="0" y="0"/>
                </a:moveTo>
                <a:lnTo>
                  <a:pt x="1659723" y="0"/>
                </a:lnTo>
                <a:lnTo>
                  <a:pt x="1659723" y="1882161"/>
                </a:lnTo>
                <a:lnTo>
                  <a:pt x="0" y="18821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65295" y="1023628"/>
            <a:ext cx="2575765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708153"/>
            <a:ext cx="4482759" cy="1091972"/>
            <a:chOff x="0" y="0"/>
            <a:chExt cx="5977012" cy="14559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77012" cy="1455962"/>
            </a:xfrm>
            <a:custGeom>
              <a:avLst/>
              <a:gdLst/>
              <a:ahLst/>
              <a:cxnLst/>
              <a:rect r="r" b="b" t="t" l="l"/>
              <a:pathLst>
                <a:path h="1455962" w="5977012">
                  <a:moveTo>
                    <a:pt x="0" y="0"/>
                  </a:moveTo>
                  <a:lnTo>
                    <a:pt x="5977012" y="0"/>
                  </a:lnTo>
                  <a:lnTo>
                    <a:pt x="5977012" y="1455962"/>
                  </a:lnTo>
                  <a:lnTo>
                    <a:pt x="0" y="1455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5977012" cy="1522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origen de la problemática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61358" y="3486490"/>
            <a:ext cx="2681344" cy="3314021"/>
          </a:xfrm>
          <a:custGeom>
            <a:avLst/>
            <a:gdLst/>
            <a:ahLst/>
            <a:cxnLst/>
            <a:rect r="r" b="b" t="t" l="l"/>
            <a:pathLst>
              <a:path h="3314021" w="2681344">
                <a:moveTo>
                  <a:pt x="0" y="0"/>
                </a:moveTo>
                <a:lnTo>
                  <a:pt x="2681344" y="0"/>
                </a:lnTo>
                <a:lnTo>
                  <a:pt x="2681344" y="3314020"/>
                </a:lnTo>
                <a:lnTo>
                  <a:pt x="0" y="3314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28258" y="3619667"/>
            <a:ext cx="3031042" cy="3047666"/>
          </a:xfrm>
          <a:custGeom>
            <a:avLst/>
            <a:gdLst/>
            <a:ahLst/>
            <a:cxnLst/>
            <a:rect r="r" b="b" t="t" l="l"/>
            <a:pathLst>
              <a:path h="3047666" w="3031042">
                <a:moveTo>
                  <a:pt x="0" y="0"/>
                </a:moveTo>
                <a:lnTo>
                  <a:pt x="3031042" y="0"/>
                </a:lnTo>
                <a:lnTo>
                  <a:pt x="3031042" y="3047666"/>
                </a:lnTo>
                <a:lnTo>
                  <a:pt x="0" y="3047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14441" y="4219892"/>
            <a:ext cx="807660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P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roceso manual (planillas + WhatsApp)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Falta de trazabilidad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Errores y descoordinación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78892" y="5494086"/>
            <a:ext cx="777271" cy="518877"/>
            <a:chOff x="0" y="0"/>
            <a:chExt cx="1398602" cy="933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747" y="7747"/>
              <a:ext cx="1383157" cy="918210"/>
            </a:xfrm>
            <a:custGeom>
              <a:avLst/>
              <a:gdLst/>
              <a:ahLst/>
              <a:cxnLst/>
              <a:rect r="r" b="b" t="t" l="l"/>
              <a:pathLst>
                <a:path h="918210" w="1383157">
                  <a:moveTo>
                    <a:pt x="0" y="229489"/>
                  </a:moveTo>
                  <a:lnTo>
                    <a:pt x="921512" y="229489"/>
                  </a:lnTo>
                  <a:lnTo>
                    <a:pt x="921512" y="0"/>
                  </a:lnTo>
                  <a:lnTo>
                    <a:pt x="1383157" y="459105"/>
                  </a:lnTo>
                  <a:lnTo>
                    <a:pt x="921512" y="918210"/>
                  </a:lnTo>
                  <a:lnTo>
                    <a:pt x="921512" y="688594"/>
                  </a:lnTo>
                  <a:lnTo>
                    <a:pt x="0" y="688594"/>
                  </a:lnTo>
                  <a:close/>
                </a:path>
              </a:pathLst>
            </a:custGeom>
            <a:solidFill>
              <a:srgbClr val="062A4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75"/>
              <a:ext cx="1398524" cy="933554"/>
            </a:xfrm>
            <a:custGeom>
              <a:avLst/>
              <a:gdLst/>
              <a:ahLst/>
              <a:cxnLst/>
              <a:rect r="r" b="b" t="t" l="l"/>
              <a:pathLst>
                <a:path h="933554" w="1398524">
                  <a:moveTo>
                    <a:pt x="7747" y="229541"/>
                  </a:moveTo>
                  <a:lnTo>
                    <a:pt x="929259" y="229541"/>
                  </a:lnTo>
                  <a:lnTo>
                    <a:pt x="929259" y="237288"/>
                  </a:lnTo>
                  <a:lnTo>
                    <a:pt x="921512" y="237288"/>
                  </a:lnTo>
                  <a:lnTo>
                    <a:pt x="921512" y="7672"/>
                  </a:lnTo>
                  <a:cubicBezTo>
                    <a:pt x="921512" y="4624"/>
                    <a:pt x="923417" y="1703"/>
                    <a:pt x="926211" y="560"/>
                  </a:cubicBezTo>
                  <a:cubicBezTo>
                    <a:pt x="929005" y="-583"/>
                    <a:pt x="932434" y="52"/>
                    <a:pt x="934593" y="2211"/>
                  </a:cubicBezTo>
                  <a:lnTo>
                    <a:pt x="1396238" y="461316"/>
                  </a:lnTo>
                  <a:cubicBezTo>
                    <a:pt x="1397635" y="462713"/>
                    <a:pt x="1398524" y="464745"/>
                    <a:pt x="1398524" y="466777"/>
                  </a:cubicBezTo>
                  <a:cubicBezTo>
                    <a:pt x="1398524" y="468809"/>
                    <a:pt x="1397762" y="470841"/>
                    <a:pt x="1396238" y="472238"/>
                  </a:cubicBezTo>
                  <a:lnTo>
                    <a:pt x="934593" y="931343"/>
                  </a:lnTo>
                  <a:cubicBezTo>
                    <a:pt x="932434" y="933502"/>
                    <a:pt x="929132" y="934137"/>
                    <a:pt x="926211" y="932994"/>
                  </a:cubicBezTo>
                  <a:cubicBezTo>
                    <a:pt x="923290" y="931851"/>
                    <a:pt x="921512" y="929057"/>
                    <a:pt x="921512" y="925882"/>
                  </a:cubicBezTo>
                  <a:lnTo>
                    <a:pt x="921512" y="696266"/>
                  </a:lnTo>
                  <a:lnTo>
                    <a:pt x="929259" y="696266"/>
                  </a:lnTo>
                  <a:lnTo>
                    <a:pt x="929259" y="704013"/>
                  </a:lnTo>
                  <a:lnTo>
                    <a:pt x="7747" y="704013"/>
                  </a:lnTo>
                  <a:cubicBezTo>
                    <a:pt x="3556" y="704013"/>
                    <a:pt x="0" y="700584"/>
                    <a:pt x="0" y="696266"/>
                  </a:cubicBezTo>
                  <a:lnTo>
                    <a:pt x="0" y="237161"/>
                  </a:lnTo>
                  <a:cubicBezTo>
                    <a:pt x="0" y="232970"/>
                    <a:pt x="3429" y="229414"/>
                    <a:pt x="7747" y="229414"/>
                  </a:cubicBezTo>
                  <a:moveTo>
                    <a:pt x="7747" y="244781"/>
                  </a:moveTo>
                  <a:lnTo>
                    <a:pt x="7747" y="237034"/>
                  </a:lnTo>
                  <a:lnTo>
                    <a:pt x="15494" y="237034"/>
                  </a:lnTo>
                  <a:lnTo>
                    <a:pt x="15494" y="696266"/>
                  </a:lnTo>
                  <a:lnTo>
                    <a:pt x="7747" y="696266"/>
                  </a:lnTo>
                  <a:lnTo>
                    <a:pt x="7747" y="688519"/>
                  </a:lnTo>
                  <a:lnTo>
                    <a:pt x="929259" y="688519"/>
                  </a:lnTo>
                  <a:cubicBezTo>
                    <a:pt x="933450" y="688519"/>
                    <a:pt x="937006" y="691948"/>
                    <a:pt x="937006" y="696266"/>
                  </a:cubicBezTo>
                  <a:lnTo>
                    <a:pt x="937006" y="925882"/>
                  </a:lnTo>
                  <a:lnTo>
                    <a:pt x="929259" y="925882"/>
                  </a:lnTo>
                  <a:lnTo>
                    <a:pt x="923798" y="920421"/>
                  </a:lnTo>
                  <a:lnTo>
                    <a:pt x="1385443" y="461316"/>
                  </a:lnTo>
                  <a:lnTo>
                    <a:pt x="1390904" y="466777"/>
                  </a:lnTo>
                  <a:lnTo>
                    <a:pt x="1385443" y="472238"/>
                  </a:lnTo>
                  <a:lnTo>
                    <a:pt x="923798" y="13133"/>
                  </a:lnTo>
                  <a:lnTo>
                    <a:pt x="929259" y="7672"/>
                  </a:lnTo>
                  <a:lnTo>
                    <a:pt x="937006" y="7672"/>
                  </a:lnTo>
                  <a:lnTo>
                    <a:pt x="937006" y="237161"/>
                  </a:lnTo>
                  <a:cubicBezTo>
                    <a:pt x="937006" y="241352"/>
                    <a:pt x="933577" y="244908"/>
                    <a:pt x="929259" y="244908"/>
                  </a:cubicBezTo>
                  <a:lnTo>
                    <a:pt x="7747" y="244908"/>
                  </a:ln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81564" y="3737119"/>
            <a:ext cx="4065823" cy="4035206"/>
            <a:chOff x="0" y="0"/>
            <a:chExt cx="1070834" cy="1062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0834" cy="1062770"/>
            </a:xfrm>
            <a:custGeom>
              <a:avLst/>
              <a:gdLst/>
              <a:ahLst/>
              <a:cxnLst/>
              <a:rect r="r" b="b" t="t" l="l"/>
              <a:pathLst>
                <a:path h="1062770" w="1070834">
                  <a:moveTo>
                    <a:pt x="97111" y="0"/>
                  </a:moveTo>
                  <a:lnTo>
                    <a:pt x="973723" y="0"/>
                  </a:lnTo>
                  <a:cubicBezTo>
                    <a:pt x="1027356" y="0"/>
                    <a:pt x="1070834" y="43478"/>
                    <a:pt x="1070834" y="97111"/>
                  </a:cubicBezTo>
                  <a:lnTo>
                    <a:pt x="1070834" y="965659"/>
                  </a:lnTo>
                  <a:cubicBezTo>
                    <a:pt x="1070834" y="991414"/>
                    <a:pt x="1060603" y="1016115"/>
                    <a:pt x="1042391" y="1034327"/>
                  </a:cubicBezTo>
                  <a:cubicBezTo>
                    <a:pt x="1024179" y="1052539"/>
                    <a:pt x="999478" y="1062770"/>
                    <a:pt x="973723" y="1062770"/>
                  </a:cubicBezTo>
                  <a:lnTo>
                    <a:pt x="97111" y="1062770"/>
                  </a:lnTo>
                  <a:cubicBezTo>
                    <a:pt x="43478" y="1062770"/>
                    <a:pt x="0" y="1019292"/>
                    <a:pt x="0" y="965659"/>
                  </a:cubicBezTo>
                  <a:lnTo>
                    <a:pt x="0" y="97111"/>
                  </a:lnTo>
                  <a:cubicBezTo>
                    <a:pt x="0" y="43478"/>
                    <a:pt x="43478" y="0"/>
                    <a:pt x="97111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70834" cy="1119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8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Procesos manuales y sin control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87669" y="3693379"/>
            <a:ext cx="4124285" cy="4122687"/>
            <a:chOff x="0" y="0"/>
            <a:chExt cx="1086231" cy="10858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6231" cy="1085811"/>
            </a:xfrm>
            <a:custGeom>
              <a:avLst/>
              <a:gdLst/>
              <a:ahLst/>
              <a:cxnLst/>
              <a:rect r="r" b="b" t="t" l="l"/>
              <a:pathLst>
                <a:path h="1085811" w="1086231">
                  <a:moveTo>
                    <a:pt x="95735" y="0"/>
                  </a:moveTo>
                  <a:lnTo>
                    <a:pt x="990497" y="0"/>
                  </a:lnTo>
                  <a:cubicBezTo>
                    <a:pt x="1015887" y="0"/>
                    <a:pt x="1040238" y="10086"/>
                    <a:pt x="1058191" y="28040"/>
                  </a:cubicBezTo>
                  <a:cubicBezTo>
                    <a:pt x="1076145" y="45994"/>
                    <a:pt x="1086231" y="70344"/>
                    <a:pt x="1086231" y="95735"/>
                  </a:cubicBezTo>
                  <a:lnTo>
                    <a:pt x="1086231" y="990076"/>
                  </a:lnTo>
                  <a:cubicBezTo>
                    <a:pt x="1086231" y="1042949"/>
                    <a:pt x="1043370" y="1085811"/>
                    <a:pt x="990497" y="1085811"/>
                  </a:cubicBezTo>
                  <a:lnTo>
                    <a:pt x="95735" y="1085811"/>
                  </a:lnTo>
                  <a:cubicBezTo>
                    <a:pt x="42862" y="1085811"/>
                    <a:pt x="0" y="1042949"/>
                    <a:pt x="0" y="990076"/>
                  </a:cubicBezTo>
                  <a:lnTo>
                    <a:pt x="0" y="95735"/>
                  </a:lnTo>
                  <a:cubicBezTo>
                    <a:pt x="0" y="42862"/>
                    <a:pt x="42862" y="0"/>
                    <a:pt x="95735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86231" cy="115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ata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rma 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entraliza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524200" y="6899055"/>
            <a:ext cx="1602589" cy="1395709"/>
          </a:xfrm>
          <a:custGeom>
            <a:avLst/>
            <a:gdLst/>
            <a:ahLst/>
            <a:cxnLst/>
            <a:rect r="r" b="b" t="t" l="l"/>
            <a:pathLst>
              <a:path h="1395709" w="1602589">
                <a:moveTo>
                  <a:pt x="0" y="0"/>
                </a:moveTo>
                <a:lnTo>
                  <a:pt x="1602589" y="0"/>
                </a:lnTo>
                <a:lnTo>
                  <a:pt x="1602589" y="1395710"/>
                </a:lnTo>
                <a:lnTo>
                  <a:pt x="0" y="1395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61211" y="6806286"/>
            <a:ext cx="1390634" cy="1395709"/>
          </a:xfrm>
          <a:custGeom>
            <a:avLst/>
            <a:gdLst/>
            <a:ahLst/>
            <a:cxnLst/>
            <a:rect r="r" b="b" t="t" l="l"/>
            <a:pathLst>
              <a:path h="1395709" w="1390634">
                <a:moveTo>
                  <a:pt x="0" y="0"/>
                </a:moveTo>
                <a:lnTo>
                  <a:pt x="1390634" y="0"/>
                </a:lnTo>
                <a:lnTo>
                  <a:pt x="1390634" y="1395710"/>
                </a:lnTo>
                <a:lnTo>
                  <a:pt x="0" y="139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25" y="737134"/>
            <a:ext cx="42939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del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09563" y="2747362"/>
            <a:ext cx="24098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Problemática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27828" y="2746800"/>
            <a:ext cx="35052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Propuesta Solución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234638" y="2686140"/>
            <a:ext cx="310589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42585" y="2685578"/>
            <a:ext cx="382190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54674" y="3675898"/>
            <a:ext cx="4065823" cy="4035206"/>
            <a:chOff x="0" y="0"/>
            <a:chExt cx="1070834" cy="10627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0834" cy="1062770"/>
            </a:xfrm>
            <a:custGeom>
              <a:avLst/>
              <a:gdLst/>
              <a:ahLst/>
              <a:cxnLst/>
              <a:rect r="r" b="b" t="t" l="l"/>
              <a:pathLst>
                <a:path h="1062770" w="1070834">
                  <a:moveTo>
                    <a:pt x="97111" y="0"/>
                  </a:moveTo>
                  <a:lnTo>
                    <a:pt x="973723" y="0"/>
                  </a:lnTo>
                  <a:cubicBezTo>
                    <a:pt x="1027356" y="0"/>
                    <a:pt x="1070834" y="43478"/>
                    <a:pt x="1070834" y="97111"/>
                  </a:cubicBezTo>
                  <a:lnTo>
                    <a:pt x="1070834" y="965659"/>
                  </a:lnTo>
                  <a:cubicBezTo>
                    <a:pt x="1070834" y="991414"/>
                    <a:pt x="1060603" y="1016115"/>
                    <a:pt x="1042391" y="1034327"/>
                  </a:cubicBezTo>
                  <a:cubicBezTo>
                    <a:pt x="1024179" y="1052539"/>
                    <a:pt x="999478" y="1062770"/>
                    <a:pt x="973723" y="1062770"/>
                  </a:cubicBezTo>
                  <a:lnTo>
                    <a:pt x="97111" y="1062770"/>
                  </a:lnTo>
                  <a:cubicBezTo>
                    <a:pt x="43478" y="1062770"/>
                    <a:pt x="0" y="1019292"/>
                    <a:pt x="0" y="965659"/>
                  </a:cubicBezTo>
                  <a:lnTo>
                    <a:pt x="0" y="97111"/>
                  </a:lnTo>
                  <a:cubicBezTo>
                    <a:pt x="0" y="43478"/>
                    <a:pt x="43478" y="0"/>
                    <a:pt x="97111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0834" cy="1119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8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Digitalizar y optimizar procesos del taller.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1502" y="927409"/>
            <a:ext cx="16764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60779" y="3632157"/>
            <a:ext cx="4124285" cy="4122687"/>
            <a:chOff x="0" y="0"/>
            <a:chExt cx="1086231" cy="10858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6231" cy="1085811"/>
            </a:xfrm>
            <a:custGeom>
              <a:avLst/>
              <a:gdLst/>
              <a:ahLst/>
              <a:cxnLst/>
              <a:rect r="r" b="b" t="t" l="l"/>
              <a:pathLst>
                <a:path h="1085811" w="1086231">
                  <a:moveTo>
                    <a:pt x="95735" y="0"/>
                  </a:moveTo>
                  <a:lnTo>
                    <a:pt x="990497" y="0"/>
                  </a:lnTo>
                  <a:cubicBezTo>
                    <a:pt x="1015887" y="0"/>
                    <a:pt x="1040238" y="10086"/>
                    <a:pt x="1058191" y="28040"/>
                  </a:cubicBezTo>
                  <a:cubicBezTo>
                    <a:pt x="1076145" y="45994"/>
                    <a:pt x="1086231" y="70344"/>
                    <a:pt x="1086231" y="95735"/>
                  </a:cubicBezTo>
                  <a:lnTo>
                    <a:pt x="1086231" y="990076"/>
                  </a:lnTo>
                  <a:cubicBezTo>
                    <a:pt x="1086231" y="1042949"/>
                    <a:pt x="1043370" y="1085811"/>
                    <a:pt x="990497" y="1085811"/>
                  </a:cubicBezTo>
                  <a:lnTo>
                    <a:pt x="95735" y="1085811"/>
                  </a:lnTo>
                  <a:cubicBezTo>
                    <a:pt x="42862" y="1085811"/>
                    <a:pt x="0" y="1042949"/>
                    <a:pt x="0" y="990076"/>
                  </a:cubicBezTo>
                  <a:lnTo>
                    <a:pt x="0" y="95735"/>
                  </a:lnTo>
                  <a:cubicBezTo>
                    <a:pt x="0" y="42862"/>
                    <a:pt x="42862" y="0"/>
                    <a:pt x="95735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86231" cy="1133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5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Mejorar trazabilidad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Reducir tiempos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Automatizar reportes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Centralizar información</a:t>
              </a:r>
            </a:p>
            <a:p>
              <a:pPr algn="ctr">
                <a:lnSpc>
                  <a:spcPts val="3055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0" y="2741706"/>
            <a:ext cx="611601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927409"/>
            <a:ext cx="4499403" cy="57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2843" y="2732181"/>
            <a:ext cx="158948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54674" y="3675898"/>
            <a:ext cx="4065823" cy="4035206"/>
            <a:chOff x="0" y="0"/>
            <a:chExt cx="1070834" cy="1062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0834" cy="1062770"/>
            </a:xfrm>
            <a:custGeom>
              <a:avLst/>
              <a:gdLst/>
              <a:ahLst/>
              <a:cxnLst/>
              <a:rect r="r" b="b" t="t" l="l"/>
              <a:pathLst>
                <a:path h="1062770" w="1070834">
                  <a:moveTo>
                    <a:pt x="97111" y="0"/>
                  </a:moveTo>
                  <a:lnTo>
                    <a:pt x="973723" y="0"/>
                  </a:lnTo>
                  <a:cubicBezTo>
                    <a:pt x="1027356" y="0"/>
                    <a:pt x="1070834" y="43478"/>
                    <a:pt x="1070834" y="97111"/>
                  </a:cubicBezTo>
                  <a:lnTo>
                    <a:pt x="1070834" y="965659"/>
                  </a:lnTo>
                  <a:cubicBezTo>
                    <a:pt x="1070834" y="991414"/>
                    <a:pt x="1060603" y="1016115"/>
                    <a:pt x="1042391" y="1034327"/>
                  </a:cubicBezTo>
                  <a:cubicBezTo>
                    <a:pt x="1024179" y="1052539"/>
                    <a:pt x="999478" y="1062770"/>
                    <a:pt x="973723" y="1062770"/>
                  </a:cubicBezTo>
                  <a:lnTo>
                    <a:pt x="97111" y="1062770"/>
                  </a:lnTo>
                  <a:cubicBezTo>
                    <a:pt x="43478" y="1062770"/>
                    <a:pt x="0" y="1019292"/>
                    <a:pt x="0" y="965659"/>
                  </a:cubicBezTo>
                  <a:lnTo>
                    <a:pt x="0" y="97111"/>
                  </a:lnTo>
                  <a:cubicBezTo>
                    <a:pt x="0" y="43478"/>
                    <a:pt x="43478" y="0"/>
                    <a:pt x="97111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70834" cy="112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Registro de ingresos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Gestión de estados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Perfiles de usuario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Documentos y reportes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60779" y="3632157"/>
            <a:ext cx="4124285" cy="4122687"/>
            <a:chOff x="0" y="0"/>
            <a:chExt cx="1086231" cy="10858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6231" cy="1085811"/>
            </a:xfrm>
            <a:custGeom>
              <a:avLst/>
              <a:gdLst/>
              <a:ahLst/>
              <a:cxnLst/>
              <a:rect r="r" b="b" t="t" l="l"/>
              <a:pathLst>
                <a:path h="1085811" w="1086231">
                  <a:moveTo>
                    <a:pt x="95735" y="0"/>
                  </a:moveTo>
                  <a:lnTo>
                    <a:pt x="990497" y="0"/>
                  </a:lnTo>
                  <a:cubicBezTo>
                    <a:pt x="1015887" y="0"/>
                    <a:pt x="1040238" y="10086"/>
                    <a:pt x="1058191" y="28040"/>
                  </a:cubicBezTo>
                  <a:cubicBezTo>
                    <a:pt x="1076145" y="45994"/>
                    <a:pt x="1086231" y="70344"/>
                    <a:pt x="1086231" y="95735"/>
                  </a:cubicBezTo>
                  <a:lnTo>
                    <a:pt x="1086231" y="990076"/>
                  </a:lnTo>
                  <a:cubicBezTo>
                    <a:pt x="1086231" y="1042949"/>
                    <a:pt x="1043370" y="1085811"/>
                    <a:pt x="990497" y="1085811"/>
                  </a:cubicBezTo>
                  <a:lnTo>
                    <a:pt x="95735" y="1085811"/>
                  </a:lnTo>
                  <a:cubicBezTo>
                    <a:pt x="42862" y="1085811"/>
                    <a:pt x="0" y="1042949"/>
                    <a:pt x="0" y="990076"/>
                  </a:cubicBezTo>
                  <a:lnTo>
                    <a:pt x="0" y="95735"/>
                  </a:lnTo>
                  <a:cubicBezTo>
                    <a:pt x="0" y="42862"/>
                    <a:pt x="42862" y="0"/>
                    <a:pt x="95735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86231" cy="115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Solo versión web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Sin integración con ERP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1011706"/>
            <a:ext cx="4476756" cy="503966"/>
            <a:chOff x="0" y="0"/>
            <a:chExt cx="5969008" cy="6719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8" cy="671955"/>
            </a:xfrm>
            <a:custGeom>
              <a:avLst/>
              <a:gdLst/>
              <a:ahLst/>
              <a:cxnLst/>
              <a:rect r="r" b="b" t="t" l="l"/>
              <a:pathLst>
                <a:path h="671955" w="5969008">
                  <a:moveTo>
                    <a:pt x="0" y="0"/>
                  </a:moveTo>
                  <a:lnTo>
                    <a:pt x="5969008" y="0"/>
                  </a:lnTo>
                  <a:lnTo>
                    <a:pt x="5969008" y="671955"/>
                  </a:lnTo>
                  <a:lnTo>
                    <a:pt x="0" y="6719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69008" cy="700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Asignación de roles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93727" y="3293831"/>
            <a:ext cx="2770428" cy="2770428"/>
          </a:xfrm>
          <a:custGeom>
            <a:avLst/>
            <a:gdLst/>
            <a:ahLst/>
            <a:cxnLst/>
            <a:rect r="r" b="b" t="t" l="l"/>
            <a:pathLst>
              <a:path h="2770428" w="2770428">
                <a:moveTo>
                  <a:pt x="0" y="0"/>
                </a:moveTo>
                <a:lnTo>
                  <a:pt x="2770428" y="0"/>
                </a:lnTo>
                <a:lnTo>
                  <a:pt x="2770428" y="2770428"/>
                </a:lnTo>
                <a:lnTo>
                  <a:pt x="0" y="277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757342" y="3293831"/>
            <a:ext cx="2770428" cy="2770428"/>
          </a:xfrm>
          <a:custGeom>
            <a:avLst/>
            <a:gdLst/>
            <a:ahLst/>
            <a:cxnLst/>
            <a:rect r="r" b="b" t="t" l="l"/>
            <a:pathLst>
              <a:path h="2770428" w="2770428">
                <a:moveTo>
                  <a:pt x="0" y="0"/>
                </a:moveTo>
                <a:lnTo>
                  <a:pt x="2770428" y="0"/>
                </a:lnTo>
                <a:lnTo>
                  <a:pt x="2770428" y="2770428"/>
                </a:lnTo>
                <a:lnTo>
                  <a:pt x="0" y="277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520957" y="3293831"/>
            <a:ext cx="2770428" cy="2770428"/>
          </a:xfrm>
          <a:custGeom>
            <a:avLst/>
            <a:gdLst/>
            <a:ahLst/>
            <a:cxnLst/>
            <a:rect r="r" b="b" t="t" l="l"/>
            <a:pathLst>
              <a:path h="2770428" w="2770428">
                <a:moveTo>
                  <a:pt x="0" y="0"/>
                </a:moveTo>
                <a:lnTo>
                  <a:pt x="2770429" y="0"/>
                </a:lnTo>
                <a:lnTo>
                  <a:pt x="2770429" y="2770428"/>
                </a:lnTo>
                <a:lnTo>
                  <a:pt x="0" y="277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83803" y="6361615"/>
            <a:ext cx="3790276" cy="1830830"/>
            <a:chOff x="0" y="0"/>
            <a:chExt cx="998262" cy="4821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8262" cy="482194"/>
            </a:xfrm>
            <a:custGeom>
              <a:avLst/>
              <a:gdLst/>
              <a:ahLst/>
              <a:cxnLst/>
              <a:rect r="r" b="b" t="t" l="l"/>
              <a:pathLst>
                <a:path h="482194" w="998262">
                  <a:moveTo>
                    <a:pt x="104171" y="0"/>
                  </a:moveTo>
                  <a:lnTo>
                    <a:pt x="894091" y="0"/>
                  </a:lnTo>
                  <a:cubicBezTo>
                    <a:pt x="951623" y="0"/>
                    <a:pt x="998262" y="46639"/>
                    <a:pt x="998262" y="104171"/>
                  </a:cubicBezTo>
                  <a:lnTo>
                    <a:pt x="998262" y="378023"/>
                  </a:lnTo>
                  <a:cubicBezTo>
                    <a:pt x="998262" y="435555"/>
                    <a:pt x="951623" y="482194"/>
                    <a:pt x="894091" y="482194"/>
                  </a:cubicBezTo>
                  <a:lnTo>
                    <a:pt x="104171" y="482194"/>
                  </a:lnTo>
                  <a:cubicBezTo>
                    <a:pt x="46639" y="482194"/>
                    <a:pt x="0" y="435555"/>
                    <a:pt x="0" y="378023"/>
                  </a:cubicBezTo>
                  <a:lnTo>
                    <a:pt x="0" y="104171"/>
                  </a:lnTo>
                  <a:cubicBezTo>
                    <a:pt x="0" y="46639"/>
                    <a:pt x="46639" y="0"/>
                    <a:pt x="104171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98262" cy="54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Gerente del Proyecto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Javiera Gómez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47418" y="6361615"/>
            <a:ext cx="3790276" cy="1830830"/>
            <a:chOff x="0" y="0"/>
            <a:chExt cx="998262" cy="4821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8262" cy="482194"/>
            </a:xfrm>
            <a:custGeom>
              <a:avLst/>
              <a:gdLst/>
              <a:ahLst/>
              <a:cxnLst/>
              <a:rect r="r" b="b" t="t" l="l"/>
              <a:pathLst>
                <a:path h="482194" w="998262">
                  <a:moveTo>
                    <a:pt x="104171" y="0"/>
                  </a:moveTo>
                  <a:lnTo>
                    <a:pt x="894091" y="0"/>
                  </a:lnTo>
                  <a:cubicBezTo>
                    <a:pt x="951623" y="0"/>
                    <a:pt x="998262" y="46639"/>
                    <a:pt x="998262" y="104171"/>
                  </a:cubicBezTo>
                  <a:lnTo>
                    <a:pt x="998262" y="378023"/>
                  </a:lnTo>
                  <a:cubicBezTo>
                    <a:pt x="998262" y="435555"/>
                    <a:pt x="951623" y="482194"/>
                    <a:pt x="894091" y="482194"/>
                  </a:cubicBezTo>
                  <a:lnTo>
                    <a:pt x="104171" y="482194"/>
                  </a:lnTo>
                  <a:cubicBezTo>
                    <a:pt x="46639" y="482194"/>
                    <a:pt x="0" y="435555"/>
                    <a:pt x="0" y="378023"/>
                  </a:cubicBezTo>
                  <a:lnTo>
                    <a:pt x="0" y="104171"/>
                  </a:lnTo>
                  <a:cubicBezTo>
                    <a:pt x="0" y="46639"/>
                    <a:pt x="46639" y="0"/>
                    <a:pt x="104171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98262" cy="54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Desarrollador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José Becerra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11034" y="6361615"/>
            <a:ext cx="3790276" cy="1830830"/>
            <a:chOff x="0" y="0"/>
            <a:chExt cx="998262" cy="4821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8262" cy="482194"/>
            </a:xfrm>
            <a:custGeom>
              <a:avLst/>
              <a:gdLst/>
              <a:ahLst/>
              <a:cxnLst/>
              <a:rect r="r" b="b" t="t" l="l"/>
              <a:pathLst>
                <a:path h="482194" w="998262">
                  <a:moveTo>
                    <a:pt x="104171" y="0"/>
                  </a:moveTo>
                  <a:lnTo>
                    <a:pt x="894091" y="0"/>
                  </a:lnTo>
                  <a:cubicBezTo>
                    <a:pt x="951623" y="0"/>
                    <a:pt x="998262" y="46639"/>
                    <a:pt x="998262" y="104171"/>
                  </a:cubicBezTo>
                  <a:lnTo>
                    <a:pt x="998262" y="378023"/>
                  </a:lnTo>
                  <a:cubicBezTo>
                    <a:pt x="998262" y="435555"/>
                    <a:pt x="951623" y="482194"/>
                    <a:pt x="894091" y="482194"/>
                  </a:cubicBezTo>
                  <a:lnTo>
                    <a:pt x="104171" y="482194"/>
                  </a:lnTo>
                  <a:cubicBezTo>
                    <a:pt x="46639" y="482194"/>
                    <a:pt x="0" y="435555"/>
                    <a:pt x="0" y="378023"/>
                  </a:cubicBezTo>
                  <a:lnTo>
                    <a:pt x="0" y="104171"/>
                  </a:lnTo>
                  <a:cubicBezTo>
                    <a:pt x="0" y="46639"/>
                    <a:pt x="46639" y="0"/>
                    <a:pt x="104171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98262" cy="54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Patrocinador 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Alexis Gonzáles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4836924"/>
            <a:ext cx="3784392" cy="2645357"/>
            <a:chOff x="0" y="0"/>
            <a:chExt cx="1151686" cy="805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10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38972" y="4836924"/>
            <a:ext cx="3784392" cy="2645357"/>
            <a:chOff x="0" y="0"/>
            <a:chExt cx="1151686" cy="8050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51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49245" y="4836924"/>
            <a:ext cx="3784392" cy="2645357"/>
            <a:chOff x="0" y="0"/>
            <a:chExt cx="1151686" cy="8050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B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64636" y="4836924"/>
            <a:ext cx="3784392" cy="2645357"/>
            <a:chOff x="0" y="0"/>
            <a:chExt cx="1151686" cy="805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74908" y="4836924"/>
            <a:ext cx="3784392" cy="2645357"/>
            <a:chOff x="0" y="0"/>
            <a:chExt cx="1151686" cy="805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87405" y="6815211"/>
            <a:ext cx="1334140" cy="133414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10BC"/>
            </a:solidFill>
            <a:ln w="95250" cap="sq">
              <a:solidFill>
                <a:srgbClr val="FCF7F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49007" y="6815211"/>
            <a:ext cx="1334140" cy="133414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ABB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38020" y="4169854"/>
            <a:ext cx="1334140" cy="133414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42020" y="4169854"/>
            <a:ext cx="1334140" cy="133414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4CC0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453006" y="6815211"/>
            <a:ext cx="1334140" cy="133414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000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5439131" y="4470965"/>
            <a:ext cx="731918" cy="731918"/>
          </a:xfrm>
          <a:custGeom>
            <a:avLst/>
            <a:gdLst/>
            <a:ahLst/>
            <a:cxnLst/>
            <a:rect r="r" b="b" t="t" l="l"/>
            <a:pathLst>
              <a:path h="731918" w="731918">
                <a:moveTo>
                  <a:pt x="0" y="0"/>
                </a:moveTo>
                <a:lnTo>
                  <a:pt x="731919" y="0"/>
                </a:lnTo>
                <a:lnTo>
                  <a:pt x="731919" y="731918"/>
                </a:lnTo>
                <a:lnTo>
                  <a:pt x="0" y="731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713474" y="4440366"/>
            <a:ext cx="591232" cy="793116"/>
          </a:xfrm>
          <a:custGeom>
            <a:avLst/>
            <a:gdLst/>
            <a:ahLst/>
            <a:cxnLst/>
            <a:rect r="r" b="b" t="t" l="l"/>
            <a:pathLst>
              <a:path h="793116" w="591232">
                <a:moveTo>
                  <a:pt x="0" y="0"/>
                </a:moveTo>
                <a:lnTo>
                  <a:pt x="591232" y="0"/>
                </a:lnTo>
                <a:lnTo>
                  <a:pt x="591232" y="793116"/>
                </a:lnTo>
                <a:lnTo>
                  <a:pt x="0" y="7931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542489" y="7070853"/>
            <a:ext cx="713804" cy="793116"/>
          </a:xfrm>
          <a:custGeom>
            <a:avLst/>
            <a:gdLst/>
            <a:ahLst/>
            <a:cxnLst/>
            <a:rect r="r" b="b" t="t" l="l"/>
            <a:pathLst>
              <a:path h="793116" w="713804">
                <a:moveTo>
                  <a:pt x="0" y="0"/>
                </a:moveTo>
                <a:lnTo>
                  <a:pt x="713804" y="0"/>
                </a:lnTo>
                <a:lnTo>
                  <a:pt x="713804" y="793116"/>
                </a:lnTo>
                <a:lnTo>
                  <a:pt x="0" y="7931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81673" y="7100709"/>
            <a:ext cx="745605" cy="733404"/>
          </a:xfrm>
          <a:custGeom>
            <a:avLst/>
            <a:gdLst/>
            <a:ahLst/>
            <a:cxnLst/>
            <a:rect r="r" b="b" t="t" l="l"/>
            <a:pathLst>
              <a:path h="733404" w="745605">
                <a:moveTo>
                  <a:pt x="0" y="0"/>
                </a:moveTo>
                <a:lnTo>
                  <a:pt x="745605" y="0"/>
                </a:lnTo>
                <a:lnTo>
                  <a:pt x="745605" y="733404"/>
                </a:lnTo>
                <a:lnTo>
                  <a:pt x="0" y="733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718661" y="7144089"/>
            <a:ext cx="802831" cy="646644"/>
          </a:xfrm>
          <a:custGeom>
            <a:avLst/>
            <a:gdLst/>
            <a:ahLst/>
            <a:cxnLst/>
            <a:rect r="r" b="b" t="t" l="l"/>
            <a:pathLst>
              <a:path h="646644" w="802831">
                <a:moveTo>
                  <a:pt x="0" y="0"/>
                </a:moveTo>
                <a:lnTo>
                  <a:pt x="802831" y="0"/>
                </a:lnTo>
                <a:lnTo>
                  <a:pt x="802831" y="646644"/>
                </a:lnTo>
                <a:lnTo>
                  <a:pt x="0" y="6466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50742" y="1019580"/>
            <a:ext cx="258127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Metodología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45112" y="5731613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de Requisitos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95266" y="5731613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de Diseño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344605" y="5731613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de Construcción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14636" y="5731613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de Pruebas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68128" y="5731613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de Despliegue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85739" y="2598549"/>
            <a:ext cx="446067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Metodología</a:t>
            </a: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4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691997" y="2014021"/>
            <a:ext cx="7356355" cy="1291091"/>
            <a:chOff x="0" y="0"/>
            <a:chExt cx="1937476" cy="340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7476" cy="340040"/>
            </a:xfrm>
            <a:custGeom>
              <a:avLst/>
              <a:gdLst/>
              <a:ahLst/>
              <a:cxnLst/>
              <a:rect r="r" b="b" t="t" l="l"/>
              <a:pathLst>
                <a:path h="340040" w="1937476">
                  <a:moveTo>
                    <a:pt x="53673" y="0"/>
                  </a:moveTo>
                  <a:lnTo>
                    <a:pt x="1883803" y="0"/>
                  </a:lnTo>
                  <a:cubicBezTo>
                    <a:pt x="1913446" y="0"/>
                    <a:pt x="1937476" y="24030"/>
                    <a:pt x="1937476" y="53673"/>
                  </a:cubicBezTo>
                  <a:lnTo>
                    <a:pt x="1937476" y="286367"/>
                  </a:lnTo>
                  <a:cubicBezTo>
                    <a:pt x="1937476" y="316010"/>
                    <a:pt x="1913446" y="340040"/>
                    <a:pt x="1883803" y="340040"/>
                  </a:cubicBezTo>
                  <a:lnTo>
                    <a:pt x="53673" y="340040"/>
                  </a:lnTo>
                  <a:cubicBezTo>
                    <a:pt x="24030" y="340040"/>
                    <a:pt x="0" y="316010"/>
                    <a:pt x="0" y="286367"/>
                  </a:cubicBezTo>
                  <a:lnTo>
                    <a:pt x="0" y="53673"/>
                  </a:lnTo>
                  <a:cubicBezTo>
                    <a:pt x="0" y="24030"/>
                    <a:pt x="24030" y="0"/>
                    <a:pt x="53673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37476" cy="36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47491" y="2258681"/>
            <a:ext cx="2680923" cy="801771"/>
          </a:xfrm>
          <a:custGeom>
            <a:avLst/>
            <a:gdLst/>
            <a:ahLst/>
            <a:cxnLst/>
            <a:rect r="r" b="b" t="t" l="l"/>
            <a:pathLst>
              <a:path h="801771" w="2680923">
                <a:moveTo>
                  <a:pt x="0" y="0"/>
                </a:moveTo>
                <a:lnTo>
                  <a:pt x="2680923" y="0"/>
                </a:lnTo>
                <a:lnTo>
                  <a:pt x="2680923" y="801771"/>
                </a:lnTo>
                <a:lnTo>
                  <a:pt x="0" y="801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683833" y="3482646"/>
            <a:ext cx="7364519" cy="1291091"/>
            <a:chOff x="0" y="0"/>
            <a:chExt cx="1939626" cy="34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9626" cy="340040"/>
            </a:xfrm>
            <a:custGeom>
              <a:avLst/>
              <a:gdLst/>
              <a:ahLst/>
              <a:cxnLst/>
              <a:rect r="r" b="b" t="t" l="l"/>
              <a:pathLst>
                <a:path h="340040" w="1939626">
                  <a:moveTo>
                    <a:pt x="53614" y="0"/>
                  </a:moveTo>
                  <a:lnTo>
                    <a:pt x="1886013" y="0"/>
                  </a:lnTo>
                  <a:cubicBezTo>
                    <a:pt x="1900232" y="0"/>
                    <a:pt x="1913869" y="5649"/>
                    <a:pt x="1923923" y="15703"/>
                  </a:cubicBezTo>
                  <a:cubicBezTo>
                    <a:pt x="1933978" y="25758"/>
                    <a:pt x="1939626" y="39394"/>
                    <a:pt x="1939626" y="53614"/>
                  </a:cubicBezTo>
                  <a:lnTo>
                    <a:pt x="1939626" y="286427"/>
                  </a:lnTo>
                  <a:cubicBezTo>
                    <a:pt x="1939626" y="316037"/>
                    <a:pt x="1915623" y="340040"/>
                    <a:pt x="1886013" y="340040"/>
                  </a:cubicBezTo>
                  <a:lnTo>
                    <a:pt x="53614" y="340040"/>
                  </a:lnTo>
                  <a:cubicBezTo>
                    <a:pt x="24004" y="340040"/>
                    <a:pt x="0" y="316037"/>
                    <a:pt x="0" y="286427"/>
                  </a:cubicBezTo>
                  <a:lnTo>
                    <a:pt x="0" y="53614"/>
                  </a:lnTo>
                  <a:cubicBezTo>
                    <a:pt x="0" y="24004"/>
                    <a:pt x="24004" y="0"/>
                    <a:pt x="53614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39626" cy="36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947491" y="3727306"/>
            <a:ext cx="2680923" cy="801771"/>
          </a:xfrm>
          <a:custGeom>
            <a:avLst/>
            <a:gdLst/>
            <a:ahLst/>
            <a:cxnLst/>
            <a:rect r="r" b="b" t="t" l="l"/>
            <a:pathLst>
              <a:path h="801771" w="2680923">
                <a:moveTo>
                  <a:pt x="0" y="0"/>
                </a:moveTo>
                <a:lnTo>
                  <a:pt x="2680923" y="0"/>
                </a:lnTo>
                <a:lnTo>
                  <a:pt x="2680923" y="801771"/>
                </a:lnTo>
                <a:lnTo>
                  <a:pt x="0" y="801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691997" y="5003753"/>
            <a:ext cx="7356355" cy="1291091"/>
            <a:chOff x="0" y="0"/>
            <a:chExt cx="1937476" cy="340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7476" cy="340040"/>
            </a:xfrm>
            <a:custGeom>
              <a:avLst/>
              <a:gdLst/>
              <a:ahLst/>
              <a:cxnLst/>
              <a:rect r="r" b="b" t="t" l="l"/>
              <a:pathLst>
                <a:path h="340040" w="1937476">
                  <a:moveTo>
                    <a:pt x="53673" y="0"/>
                  </a:moveTo>
                  <a:lnTo>
                    <a:pt x="1883803" y="0"/>
                  </a:lnTo>
                  <a:cubicBezTo>
                    <a:pt x="1913446" y="0"/>
                    <a:pt x="1937476" y="24030"/>
                    <a:pt x="1937476" y="53673"/>
                  </a:cubicBezTo>
                  <a:lnTo>
                    <a:pt x="1937476" y="286367"/>
                  </a:lnTo>
                  <a:cubicBezTo>
                    <a:pt x="1937476" y="316010"/>
                    <a:pt x="1913446" y="340040"/>
                    <a:pt x="1883803" y="340040"/>
                  </a:cubicBezTo>
                  <a:lnTo>
                    <a:pt x="53673" y="340040"/>
                  </a:lnTo>
                  <a:cubicBezTo>
                    <a:pt x="24030" y="340040"/>
                    <a:pt x="0" y="316010"/>
                    <a:pt x="0" y="286367"/>
                  </a:cubicBezTo>
                  <a:lnTo>
                    <a:pt x="0" y="53673"/>
                  </a:lnTo>
                  <a:cubicBezTo>
                    <a:pt x="0" y="24030"/>
                    <a:pt x="24030" y="0"/>
                    <a:pt x="53673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937476" cy="36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947491" y="5248413"/>
            <a:ext cx="2680923" cy="801771"/>
          </a:xfrm>
          <a:custGeom>
            <a:avLst/>
            <a:gdLst/>
            <a:ahLst/>
            <a:cxnLst/>
            <a:rect r="r" b="b" t="t" l="l"/>
            <a:pathLst>
              <a:path h="801771" w="2680923">
                <a:moveTo>
                  <a:pt x="0" y="0"/>
                </a:moveTo>
                <a:lnTo>
                  <a:pt x="2680923" y="0"/>
                </a:lnTo>
                <a:lnTo>
                  <a:pt x="2680923" y="801771"/>
                </a:lnTo>
                <a:lnTo>
                  <a:pt x="0" y="801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83833" y="6490599"/>
            <a:ext cx="7364519" cy="1291091"/>
            <a:chOff x="0" y="0"/>
            <a:chExt cx="1939626" cy="34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9626" cy="340040"/>
            </a:xfrm>
            <a:custGeom>
              <a:avLst/>
              <a:gdLst/>
              <a:ahLst/>
              <a:cxnLst/>
              <a:rect r="r" b="b" t="t" l="l"/>
              <a:pathLst>
                <a:path h="340040" w="1939626">
                  <a:moveTo>
                    <a:pt x="53614" y="0"/>
                  </a:moveTo>
                  <a:lnTo>
                    <a:pt x="1886013" y="0"/>
                  </a:lnTo>
                  <a:cubicBezTo>
                    <a:pt x="1900232" y="0"/>
                    <a:pt x="1913869" y="5649"/>
                    <a:pt x="1923923" y="15703"/>
                  </a:cubicBezTo>
                  <a:cubicBezTo>
                    <a:pt x="1933978" y="25758"/>
                    <a:pt x="1939626" y="39394"/>
                    <a:pt x="1939626" y="53614"/>
                  </a:cubicBezTo>
                  <a:lnTo>
                    <a:pt x="1939626" y="286427"/>
                  </a:lnTo>
                  <a:cubicBezTo>
                    <a:pt x="1939626" y="316037"/>
                    <a:pt x="1915623" y="340040"/>
                    <a:pt x="1886013" y="340040"/>
                  </a:cubicBezTo>
                  <a:lnTo>
                    <a:pt x="53614" y="340040"/>
                  </a:lnTo>
                  <a:cubicBezTo>
                    <a:pt x="24004" y="340040"/>
                    <a:pt x="0" y="316037"/>
                    <a:pt x="0" y="286427"/>
                  </a:cubicBezTo>
                  <a:lnTo>
                    <a:pt x="0" y="53614"/>
                  </a:lnTo>
                  <a:cubicBezTo>
                    <a:pt x="0" y="24004"/>
                    <a:pt x="24004" y="0"/>
                    <a:pt x="53614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939626" cy="36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4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971251" y="6735259"/>
            <a:ext cx="2680923" cy="801771"/>
          </a:xfrm>
          <a:custGeom>
            <a:avLst/>
            <a:gdLst/>
            <a:ahLst/>
            <a:cxnLst/>
            <a:rect r="r" b="b" t="t" l="l"/>
            <a:pathLst>
              <a:path h="801771" w="2680923">
                <a:moveTo>
                  <a:pt x="0" y="0"/>
                </a:moveTo>
                <a:lnTo>
                  <a:pt x="2680923" y="0"/>
                </a:lnTo>
                <a:lnTo>
                  <a:pt x="2680923" y="801771"/>
                </a:lnTo>
                <a:lnTo>
                  <a:pt x="0" y="801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691997" y="8010290"/>
            <a:ext cx="7356355" cy="1291091"/>
            <a:chOff x="0" y="0"/>
            <a:chExt cx="1937476" cy="340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37476" cy="340040"/>
            </a:xfrm>
            <a:custGeom>
              <a:avLst/>
              <a:gdLst/>
              <a:ahLst/>
              <a:cxnLst/>
              <a:rect r="r" b="b" t="t" l="l"/>
              <a:pathLst>
                <a:path h="340040" w="1937476">
                  <a:moveTo>
                    <a:pt x="53673" y="0"/>
                  </a:moveTo>
                  <a:lnTo>
                    <a:pt x="1883803" y="0"/>
                  </a:lnTo>
                  <a:cubicBezTo>
                    <a:pt x="1913446" y="0"/>
                    <a:pt x="1937476" y="24030"/>
                    <a:pt x="1937476" y="53673"/>
                  </a:cubicBezTo>
                  <a:lnTo>
                    <a:pt x="1937476" y="286367"/>
                  </a:lnTo>
                  <a:cubicBezTo>
                    <a:pt x="1937476" y="316010"/>
                    <a:pt x="1913446" y="340040"/>
                    <a:pt x="1883803" y="340040"/>
                  </a:cubicBezTo>
                  <a:lnTo>
                    <a:pt x="53673" y="340040"/>
                  </a:lnTo>
                  <a:cubicBezTo>
                    <a:pt x="24030" y="340040"/>
                    <a:pt x="0" y="316010"/>
                    <a:pt x="0" y="286367"/>
                  </a:cubicBezTo>
                  <a:lnTo>
                    <a:pt x="0" y="53673"/>
                  </a:lnTo>
                  <a:cubicBezTo>
                    <a:pt x="0" y="24030"/>
                    <a:pt x="24030" y="0"/>
                    <a:pt x="53673" y="0"/>
                  </a:cubicBezTo>
                  <a:close/>
                </a:path>
              </a:pathLst>
            </a:custGeom>
            <a:solidFill>
              <a:srgbClr val="062A4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937476" cy="36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4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939327" y="8222098"/>
            <a:ext cx="2680923" cy="801771"/>
          </a:xfrm>
          <a:custGeom>
            <a:avLst/>
            <a:gdLst/>
            <a:ahLst/>
            <a:cxnLst/>
            <a:rect r="r" b="b" t="t" l="l"/>
            <a:pathLst>
              <a:path h="801771" w="2680923">
                <a:moveTo>
                  <a:pt x="0" y="0"/>
                </a:moveTo>
                <a:lnTo>
                  <a:pt x="2680923" y="0"/>
                </a:lnTo>
                <a:lnTo>
                  <a:pt x="2680923" y="801772"/>
                </a:lnTo>
                <a:lnTo>
                  <a:pt x="0" y="801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25929" y="2309939"/>
            <a:ext cx="481850" cy="699254"/>
          </a:xfrm>
          <a:custGeom>
            <a:avLst/>
            <a:gdLst/>
            <a:ahLst/>
            <a:cxnLst/>
            <a:rect r="r" b="b" t="t" l="l"/>
            <a:pathLst>
              <a:path h="699254" w="481850">
                <a:moveTo>
                  <a:pt x="0" y="0"/>
                </a:moveTo>
                <a:lnTo>
                  <a:pt x="481850" y="0"/>
                </a:lnTo>
                <a:lnTo>
                  <a:pt x="481850" y="699255"/>
                </a:lnTo>
                <a:lnTo>
                  <a:pt x="0" y="6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995075" y="3727306"/>
            <a:ext cx="743558" cy="743558"/>
          </a:xfrm>
          <a:custGeom>
            <a:avLst/>
            <a:gdLst/>
            <a:ahLst/>
            <a:cxnLst/>
            <a:rect r="r" b="b" t="t" l="l"/>
            <a:pathLst>
              <a:path h="743558" w="743558">
                <a:moveTo>
                  <a:pt x="0" y="0"/>
                </a:moveTo>
                <a:lnTo>
                  <a:pt x="743558" y="0"/>
                </a:lnTo>
                <a:lnTo>
                  <a:pt x="743558" y="743558"/>
                </a:lnTo>
                <a:lnTo>
                  <a:pt x="0" y="743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020349" y="5302793"/>
            <a:ext cx="693010" cy="693010"/>
          </a:xfrm>
          <a:custGeom>
            <a:avLst/>
            <a:gdLst/>
            <a:ahLst/>
            <a:cxnLst/>
            <a:rect r="r" b="b" t="t" l="l"/>
            <a:pathLst>
              <a:path h="693010" w="693010">
                <a:moveTo>
                  <a:pt x="0" y="0"/>
                </a:moveTo>
                <a:lnTo>
                  <a:pt x="693010" y="0"/>
                </a:lnTo>
                <a:lnTo>
                  <a:pt x="693010" y="693010"/>
                </a:lnTo>
                <a:lnTo>
                  <a:pt x="0" y="693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02965" y="8180460"/>
            <a:ext cx="710395" cy="878861"/>
          </a:xfrm>
          <a:custGeom>
            <a:avLst/>
            <a:gdLst/>
            <a:ahLst/>
            <a:cxnLst/>
            <a:rect r="r" b="b" t="t" l="l"/>
            <a:pathLst>
              <a:path h="878861" w="710395">
                <a:moveTo>
                  <a:pt x="0" y="0"/>
                </a:moveTo>
                <a:lnTo>
                  <a:pt x="710394" y="0"/>
                </a:lnTo>
                <a:lnTo>
                  <a:pt x="710394" y="878861"/>
                </a:lnTo>
                <a:lnTo>
                  <a:pt x="0" y="878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965103" y="6814744"/>
            <a:ext cx="803502" cy="642802"/>
          </a:xfrm>
          <a:custGeom>
            <a:avLst/>
            <a:gdLst/>
            <a:ahLst/>
            <a:cxnLst/>
            <a:rect r="r" b="b" t="t" l="l"/>
            <a:pathLst>
              <a:path h="642802" w="803502">
                <a:moveTo>
                  <a:pt x="0" y="0"/>
                </a:moveTo>
                <a:lnTo>
                  <a:pt x="803502" y="0"/>
                </a:lnTo>
                <a:lnTo>
                  <a:pt x="803502" y="642801"/>
                </a:lnTo>
                <a:lnTo>
                  <a:pt x="0" y="6428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588200" y="3422230"/>
            <a:ext cx="5097162" cy="4114800"/>
          </a:xfrm>
          <a:custGeom>
            <a:avLst/>
            <a:gdLst/>
            <a:ahLst/>
            <a:cxnLst/>
            <a:rect r="r" b="b" t="t" l="l"/>
            <a:pathLst>
              <a:path h="4114800" w="5097162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659250" y="2383341"/>
            <a:ext cx="13049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Sep - 08 Sep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 días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6454" y="1019580"/>
            <a:ext cx="26098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Cronograma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98577" y="2507166"/>
            <a:ext cx="25189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CF7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de Requisitos</a:t>
            </a:r>
            <a:r>
              <a:rPr lang="en-US" sz="1637">
                <a:solidFill>
                  <a:srgbClr val="FCF7F6"/>
                </a:solidFill>
                <a:latin typeface="Calibri (MS)"/>
                <a:ea typeface="Calibri (MS)"/>
                <a:cs typeface="Calibri (MS)"/>
                <a:sym typeface="Calibri (MS)"/>
              </a:rPr>
              <a:t> Definición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64012" y="3851966"/>
            <a:ext cx="1295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 Sep - 08 Oct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22 días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798577" y="3975791"/>
            <a:ext cx="25189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CF7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de Diseño </a:t>
            </a:r>
            <a:r>
              <a:rPr lang="en-US" sz="1637">
                <a:solidFill>
                  <a:srgbClr val="FCF7F6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36851" y="5373073"/>
            <a:ext cx="12858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 Oct - 24 Oct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12 días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796998" y="5479768"/>
            <a:ext cx="28341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CF7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de Construcción </a:t>
            </a:r>
            <a:r>
              <a:rPr lang="en-US" sz="1637">
                <a:solidFill>
                  <a:srgbClr val="FCF7F6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798577" y="6983745"/>
            <a:ext cx="28341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CF7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de Pruebas </a:t>
            </a:r>
            <a:r>
              <a:rPr lang="en-US" sz="1637">
                <a:solidFill>
                  <a:srgbClr val="FCF7F6"/>
                </a:solidFill>
                <a:latin typeface="Calibri (MS)"/>
                <a:ea typeface="Calibri (MS)"/>
                <a:cs typeface="Calibri (MS)"/>
                <a:sym typeface="Calibri (MS)"/>
              </a:rPr>
              <a:t>Calidad (QA)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25965" y="6878134"/>
            <a:ext cx="13239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27</a:t>
            </a: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Oct - 19 Nov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16 días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98751" y="8346759"/>
            <a:ext cx="13620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</a:t>
            </a:r>
            <a:r>
              <a:rPr lang="en-US" b="true" sz="16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Nov - 25 Nov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 días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96998" y="8467490"/>
            <a:ext cx="25189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  <a:spcBef>
                <a:spcPct val="0"/>
              </a:spcBef>
            </a:pPr>
            <a:r>
              <a:rPr lang="en-US" b="true" sz="1637">
                <a:solidFill>
                  <a:srgbClr val="FCF7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de Despliegue </a:t>
            </a:r>
            <a:r>
              <a:rPr lang="en-US" sz="1637">
                <a:solidFill>
                  <a:srgbClr val="FCF7F6"/>
                </a:solidFill>
                <a:latin typeface="Calibri (MS)"/>
                <a:ea typeface="Calibri (MS)"/>
                <a:cs typeface="Calibri (MS)"/>
                <a:sym typeface="Calibri (MS)"/>
              </a:rPr>
              <a:t>Cierre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46769" y="773262"/>
            <a:ext cx="3950416" cy="1007932"/>
            <a:chOff x="0" y="0"/>
            <a:chExt cx="5267221" cy="1343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7221" cy="1343909"/>
            </a:xfrm>
            <a:custGeom>
              <a:avLst/>
              <a:gdLst/>
              <a:ahLst/>
              <a:cxnLst/>
              <a:rect r="r" b="b" t="t" l="l"/>
              <a:pathLst>
                <a:path h="1343909" w="5267221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Etapas principales de implementación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772002" y="3736034"/>
            <a:ext cx="4250300" cy="3474620"/>
          </a:xfrm>
          <a:custGeom>
            <a:avLst/>
            <a:gdLst/>
            <a:ahLst/>
            <a:cxnLst/>
            <a:rect r="r" b="b" t="t" l="l"/>
            <a:pathLst>
              <a:path h="3474620" w="4250300">
                <a:moveTo>
                  <a:pt x="0" y="0"/>
                </a:moveTo>
                <a:lnTo>
                  <a:pt x="4250300" y="0"/>
                </a:lnTo>
                <a:lnTo>
                  <a:pt x="4250300" y="3474620"/>
                </a:lnTo>
                <a:lnTo>
                  <a:pt x="0" y="3474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2017697"/>
            <a:ext cx="4471831" cy="6779105"/>
          </a:xfrm>
          <a:custGeom>
            <a:avLst/>
            <a:gdLst/>
            <a:ahLst/>
            <a:cxnLst/>
            <a:rect r="r" b="b" t="t" l="l"/>
            <a:pathLst>
              <a:path h="6779105" w="4471831">
                <a:moveTo>
                  <a:pt x="0" y="0"/>
                </a:moveTo>
                <a:lnTo>
                  <a:pt x="4471831" y="0"/>
                </a:lnTo>
                <a:lnTo>
                  <a:pt x="4471831" y="6779106"/>
                </a:lnTo>
                <a:lnTo>
                  <a:pt x="0" y="6779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88114" y="2017697"/>
            <a:ext cx="5462022" cy="6779105"/>
          </a:xfrm>
          <a:custGeom>
            <a:avLst/>
            <a:gdLst/>
            <a:ahLst/>
            <a:cxnLst/>
            <a:rect r="r" b="b" t="t" l="l"/>
            <a:pathLst>
              <a:path h="6779105" w="5462022">
                <a:moveTo>
                  <a:pt x="0" y="0"/>
                </a:moveTo>
                <a:lnTo>
                  <a:pt x="5462022" y="0"/>
                </a:lnTo>
                <a:lnTo>
                  <a:pt x="5462022" y="6779106"/>
                </a:lnTo>
                <a:lnTo>
                  <a:pt x="0" y="67791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863023" y="166179"/>
            <a:ext cx="10555480" cy="9948540"/>
          </a:xfrm>
          <a:custGeom>
            <a:avLst/>
            <a:gdLst/>
            <a:ahLst/>
            <a:cxnLst/>
            <a:rect r="r" b="b" t="t" l="l"/>
            <a:pathLst>
              <a:path h="9948540" w="10555480">
                <a:moveTo>
                  <a:pt x="0" y="0"/>
                </a:moveTo>
                <a:lnTo>
                  <a:pt x="10555480" y="0"/>
                </a:lnTo>
                <a:lnTo>
                  <a:pt x="10555480" y="9948540"/>
                </a:lnTo>
                <a:lnTo>
                  <a:pt x="0" y="9948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" y="728123"/>
            <a:ext cx="444101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Caso de Uso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General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" y="728123"/>
            <a:ext cx="4441012" cy="103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Topología del proyecto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306153" y="2072742"/>
            <a:ext cx="9551069" cy="7053544"/>
            <a:chOff x="0" y="0"/>
            <a:chExt cx="12734758" cy="9404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34798" cy="9404731"/>
            </a:xfrm>
            <a:custGeom>
              <a:avLst/>
              <a:gdLst/>
              <a:ahLst/>
              <a:cxnLst/>
              <a:rect r="r" b="b" t="t" l="l"/>
              <a:pathLst>
                <a:path h="9404731" w="12734798">
                  <a:moveTo>
                    <a:pt x="0" y="0"/>
                  </a:moveTo>
                  <a:lnTo>
                    <a:pt x="12734798" y="0"/>
                  </a:lnTo>
                  <a:lnTo>
                    <a:pt x="12734798" y="9404731"/>
                  </a:lnTo>
                  <a:lnTo>
                    <a:pt x="0" y="9404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2826193" cy="1062636"/>
            <a:chOff x="0" y="0"/>
            <a:chExt cx="3768257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8219" cy="1416812"/>
            </a:xfrm>
            <a:custGeom>
              <a:avLst/>
              <a:gdLst/>
              <a:ahLst/>
              <a:cxnLst/>
              <a:rect r="r" b="b" t="t" l="l"/>
              <a:pathLst>
                <a:path h="1416812" w="3768219">
                  <a:moveTo>
                    <a:pt x="0" y="0"/>
                  </a:moveTo>
                  <a:lnTo>
                    <a:pt x="3768219" y="0"/>
                  </a:lnTo>
                  <a:lnTo>
                    <a:pt x="3768219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855858" y="753747"/>
            <a:ext cx="87071" cy="1062636"/>
            <a:chOff x="0" y="0"/>
            <a:chExt cx="11609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837" cy="1416685"/>
            </a:xfrm>
            <a:custGeom>
              <a:avLst/>
              <a:gdLst/>
              <a:ahLst/>
              <a:cxnLst/>
              <a:rect r="r" b="b" t="t" l="l"/>
              <a:pathLst>
                <a:path h="1416685" w="115837">
                  <a:moveTo>
                    <a:pt x="57919" y="0"/>
                  </a:moveTo>
                  <a:lnTo>
                    <a:pt x="35421" y="381"/>
                  </a:lnTo>
                  <a:lnTo>
                    <a:pt x="16993" y="1651"/>
                  </a:lnTo>
                  <a:lnTo>
                    <a:pt x="4547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4547" y="1413383"/>
                  </a:lnTo>
                  <a:lnTo>
                    <a:pt x="16993" y="1415161"/>
                  </a:lnTo>
                  <a:lnTo>
                    <a:pt x="35421" y="1416304"/>
                  </a:lnTo>
                  <a:lnTo>
                    <a:pt x="57919" y="1416685"/>
                  </a:lnTo>
                  <a:lnTo>
                    <a:pt x="80416" y="1416304"/>
                  </a:lnTo>
                  <a:lnTo>
                    <a:pt x="98845" y="1415161"/>
                  </a:lnTo>
                  <a:lnTo>
                    <a:pt x="111290" y="1413383"/>
                  </a:lnTo>
                  <a:lnTo>
                    <a:pt x="115837" y="1411224"/>
                  </a:lnTo>
                  <a:lnTo>
                    <a:pt x="115837" y="5461"/>
                  </a:lnTo>
                  <a:lnTo>
                    <a:pt x="111290" y="3429"/>
                  </a:lnTo>
                  <a:lnTo>
                    <a:pt x="98845" y="1651"/>
                  </a:lnTo>
                  <a:lnTo>
                    <a:pt x="80416" y="381"/>
                  </a:lnTo>
                  <a:lnTo>
                    <a:pt x="57919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256227" y="9642701"/>
            <a:ext cx="2882656" cy="536174"/>
            <a:chOff x="0" y="0"/>
            <a:chExt cx="4548201" cy="8459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37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567" y="723849"/>
            <a:ext cx="27686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Modelo de 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078075" y="22837"/>
            <a:ext cx="12131849" cy="10241327"/>
            <a:chOff x="0" y="0"/>
            <a:chExt cx="13674110" cy="1154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74089" cy="11543284"/>
            </a:xfrm>
            <a:custGeom>
              <a:avLst/>
              <a:gdLst/>
              <a:ahLst/>
              <a:cxnLst/>
              <a:rect r="r" b="b" t="t" l="l"/>
              <a:pathLst>
                <a:path h="11543284" w="13674089">
                  <a:moveTo>
                    <a:pt x="0" y="0"/>
                  </a:moveTo>
                  <a:lnTo>
                    <a:pt x="13674089" y="0"/>
                  </a:lnTo>
                  <a:lnTo>
                    <a:pt x="13674089" y="11543284"/>
                  </a:lnTo>
                  <a:lnTo>
                    <a:pt x="0" y="11543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8980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8" y="258980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26048" y="9783317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0"/>
                </a:lnTo>
                <a:lnTo>
                  <a:pt x="0" y="299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77273" y="9579687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5198" y="299142"/>
            <a:ext cx="3950416" cy="1007932"/>
            <a:chOff x="0" y="0"/>
            <a:chExt cx="5267221" cy="1343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7221" cy="1343909"/>
            </a:xfrm>
            <a:custGeom>
              <a:avLst/>
              <a:gdLst/>
              <a:ahLst/>
              <a:cxnLst/>
              <a:rect r="r" b="b" t="t" l="l"/>
              <a:pathLst>
                <a:path h="1343909" w="5267221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de la solución</a:t>
              </a:r>
            </a:p>
          </p:txBody>
        </p:sp>
      </p:grp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813560" y="1350087"/>
            <a:ext cx="1466088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5199" y="793909"/>
            <a:ext cx="3950416" cy="1007932"/>
            <a:chOff x="0" y="0"/>
            <a:chExt cx="5267221" cy="1343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7221" cy="1343909"/>
            </a:xfrm>
            <a:custGeom>
              <a:avLst/>
              <a:gdLst/>
              <a:ahLst/>
              <a:cxnLst/>
              <a:rect r="r" b="b" t="t" l="l"/>
              <a:pathLst>
                <a:path h="1343909" w="5267221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181396"/>
            <a:ext cx="5083645" cy="30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esultados del Proyecto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completa de los módulos del sistema sin errores.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Requerimientos funcionales cumplidos con éxito.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roles en funcionamiento para los usuarios.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desplegado y operativo en railway.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02178" y="2181396"/>
            <a:ext cx="5083645" cy="409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esultados de las Pruebas</a:t>
            </a:r>
          </a:p>
          <a:p>
            <a:pPr algn="l" marL="474541" indent="-237270" lvl="1">
              <a:lnSpc>
                <a:spcPts val="2637"/>
              </a:lnSpc>
              <a:buFont typeface="Arial"/>
              <a:buChar char="•"/>
            </a:pPr>
            <a:r>
              <a:rPr lang="en-US" sz="2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de Integración: 100% de los flujos principales aprobados.</a:t>
            </a:r>
          </a:p>
          <a:p>
            <a:pPr algn="l" marL="474541" indent="-237270" lvl="1">
              <a:lnSpc>
                <a:spcPts val="2637"/>
              </a:lnSpc>
              <a:buFont typeface="Arial"/>
              <a:buChar char="•"/>
            </a:pPr>
            <a:r>
              <a:rPr lang="en-US" sz="2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Funcionales: Formularios, gestión y reportes funcionando con observaciones menores.</a:t>
            </a:r>
          </a:p>
          <a:p>
            <a:pPr algn="l" marL="474541" indent="-237270" lvl="1">
              <a:lnSpc>
                <a:spcPts val="2637"/>
              </a:lnSpc>
              <a:buFont typeface="Arial"/>
              <a:buChar char="•"/>
            </a:pPr>
            <a:r>
              <a:rPr lang="en-US" sz="2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de Carga: Estable con 300 usuarios en simultaneo.</a:t>
            </a:r>
          </a:p>
          <a:p>
            <a:pPr algn="l" marL="474541" indent="-237270" lvl="1">
              <a:lnSpc>
                <a:spcPts val="2637"/>
              </a:lnSpc>
              <a:buFont typeface="Arial"/>
              <a:buChar char="•"/>
            </a:pPr>
            <a:r>
              <a:rPr lang="en-US" sz="2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de Seguridad: Configuración estable; se identifican mejoras como activar HTTPOnly y Secure.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71597" y="2181396"/>
            <a:ext cx="5083645" cy="442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Apor</a:t>
            </a: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 al Perfil de Eg</a:t>
            </a:r>
            <a:r>
              <a:rPr lang="en-US" sz="26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práctica de metodologías de desarrollo y pruebas de software.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de principios de arquitectura, seguridad y control de calidad.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profesional de herramientas de automatización (Selenium), performance testing (JMeter) y auditoría de seguridad.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un sistema real con trazabilidad, estandarización y control centralizado de procesos.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7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991544" y="3000731"/>
            <a:ext cx="3958415" cy="4422810"/>
          </a:xfrm>
          <a:custGeom>
            <a:avLst/>
            <a:gdLst/>
            <a:ahLst/>
            <a:cxnLst/>
            <a:rect r="r" b="b" t="t" l="l"/>
            <a:pathLst>
              <a:path h="4422810" w="3958415">
                <a:moveTo>
                  <a:pt x="0" y="0"/>
                </a:moveTo>
                <a:lnTo>
                  <a:pt x="3958416" y="0"/>
                </a:lnTo>
                <a:lnTo>
                  <a:pt x="3958416" y="4422810"/>
                </a:lnTo>
                <a:lnTo>
                  <a:pt x="0" y="4422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8339" y="1033461"/>
            <a:ext cx="3950416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4616" y="4351655"/>
            <a:ext cx="809357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royecto implementado con éxito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Transformación digital del proceso manual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sólida para futuras mejoras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235" y="-717769"/>
            <a:ext cx="18308271" cy="11003867"/>
            <a:chOff x="0" y="0"/>
            <a:chExt cx="24411027" cy="14671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1051" cy="14671802"/>
            </a:xfrm>
            <a:custGeom>
              <a:avLst/>
              <a:gdLst/>
              <a:ahLst/>
              <a:cxnLst/>
              <a:rect r="r" b="b" t="t" l="l"/>
              <a:pathLst>
                <a:path h="14671802" w="24411051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5111" cy="10286098"/>
            <a:chOff x="0" y="0"/>
            <a:chExt cx="24380148" cy="13714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189" cy="13714857"/>
            </a:xfrm>
            <a:custGeom>
              <a:avLst/>
              <a:gdLst/>
              <a:ahLst/>
              <a:cxnLst/>
              <a:rect r="r" b="b" t="t" l="l"/>
              <a:pathLst>
                <a:path h="13714857" w="24380189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47" t="-99167" r="-2418" b="-5895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617834" y="9578604"/>
            <a:ext cx="3542567" cy="305522"/>
          </a:xfrm>
          <a:custGeom>
            <a:avLst/>
            <a:gdLst/>
            <a:ahLst/>
            <a:cxnLst/>
            <a:rect r="r" b="b" t="t" l="l"/>
            <a:pathLst>
              <a:path h="305522" w="3542567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31981" y="7525390"/>
            <a:ext cx="9727033" cy="48514"/>
            <a:chOff x="0" y="0"/>
            <a:chExt cx="12969377" cy="64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"/>
              <a:ext cx="12968986" cy="64770"/>
            </a:xfrm>
            <a:custGeom>
              <a:avLst/>
              <a:gdLst/>
              <a:ahLst/>
              <a:cxnLst/>
              <a:rect r="r" b="b" t="t" l="l"/>
              <a:pathLst>
                <a:path h="64770" w="12968986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631981" y="6574330"/>
            <a:ext cx="9727033" cy="951060"/>
            <a:chOff x="0" y="0"/>
            <a:chExt cx="12969377" cy="126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68859" cy="1267841"/>
            </a:xfrm>
            <a:custGeom>
              <a:avLst/>
              <a:gdLst/>
              <a:ahLst/>
              <a:cxnLst/>
              <a:rect r="r" b="b" t="t" l="l"/>
              <a:pathLst>
                <a:path h="1267841" w="12968859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839035" y="8111554"/>
            <a:ext cx="5370687" cy="1328438"/>
            <a:chOff x="0" y="0"/>
            <a:chExt cx="7160915" cy="177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0895" cy="1771269"/>
            </a:xfrm>
            <a:custGeom>
              <a:avLst/>
              <a:gdLst/>
              <a:ahLst/>
              <a:cxnLst/>
              <a:rect r="r" b="b" t="t" l="l"/>
              <a:pathLst>
                <a:path h="1771269" w="7160895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1551" y="6519928"/>
            <a:ext cx="18285113" cy="1292680"/>
            <a:chOff x="0" y="0"/>
            <a:chExt cx="24380151" cy="17235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0189" cy="1723517"/>
            </a:xfrm>
            <a:custGeom>
              <a:avLst/>
              <a:gdLst/>
              <a:ahLst/>
              <a:cxnLst/>
              <a:rect r="r" b="b" t="t" l="l"/>
              <a:pathLst>
                <a:path h="1723517" w="24380189">
                  <a:moveTo>
                    <a:pt x="0" y="0"/>
                  </a:moveTo>
                  <a:lnTo>
                    <a:pt x="24380189" y="0"/>
                  </a:lnTo>
                  <a:lnTo>
                    <a:pt x="24380189" y="1723517"/>
                  </a:lnTo>
                  <a:lnTo>
                    <a:pt x="0" y="172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01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8984" y="-1399458"/>
            <a:ext cx="4387668" cy="4387668"/>
            <a:chOff x="0" y="0"/>
            <a:chExt cx="5850225" cy="58502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0255" cy="5850255"/>
            </a:xfrm>
            <a:custGeom>
              <a:avLst/>
              <a:gdLst/>
              <a:ahLst/>
              <a:cxnLst/>
              <a:rect r="r" b="b" t="t" l="l"/>
              <a:pathLst>
                <a:path h="5850255" w="5850255">
                  <a:moveTo>
                    <a:pt x="0" y="0"/>
                  </a:moveTo>
                  <a:lnTo>
                    <a:pt x="5850255" y="0"/>
                  </a:lnTo>
                  <a:lnTo>
                    <a:pt x="5850255" y="5850255"/>
                  </a:lnTo>
                  <a:lnTo>
                    <a:pt x="0" y="585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969" r="0" b="397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97952" y="6717756"/>
            <a:ext cx="13689209" cy="8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b="true" sz="545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3473" y="6717745"/>
            <a:ext cx="13689209" cy="8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b="true" sz="54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DAG5oq2iDnE</dc:identifier>
  <dcterms:modified xsi:type="dcterms:W3CDTF">2011-08-01T06:04:30Z</dcterms:modified>
  <cp:revision>1</cp:revision>
  <dc:title>• Proceso manual (planillas + WhatsApp) • Falta de trazabilidad • Errores y descoordinación</dc:title>
</cp:coreProperties>
</file>